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33"/>
  </p:notesMasterIdLst>
  <p:sldIdLst>
    <p:sldId id="256" r:id="rId2"/>
    <p:sldId id="292" r:id="rId3"/>
    <p:sldId id="323" r:id="rId4"/>
    <p:sldId id="324" r:id="rId5"/>
    <p:sldId id="326" r:id="rId6"/>
    <p:sldId id="325" r:id="rId7"/>
    <p:sldId id="332" r:id="rId8"/>
    <p:sldId id="330" r:id="rId9"/>
    <p:sldId id="334" r:id="rId10"/>
    <p:sldId id="335" r:id="rId11"/>
    <p:sldId id="336" r:id="rId12"/>
    <p:sldId id="337" r:id="rId13"/>
    <p:sldId id="338" r:id="rId14"/>
    <p:sldId id="339" r:id="rId15"/>
    <p:sldId id="329" r:id="rId16"/>
    <p:sldId id="328" r:id="rId17"/>
    <p:sldId id="327" r:id="rId18"/>
    <p:sldId id="340" r:id="rId19"/>
    <p:sldId id="341" r:id="rId20"/>
    <p:sldId id="342" r:id="rId21"/>
    <p:sldId id="343" r:id="rId22"/>
    <p:sldId id="344" r:id="rId23"/>
    <p:sldId id="322" r:id="rId24"/>
    <p:sldId id="321" r:id="rId25"/>
    <p:sldId id="308" r:id="rId26"/>
    <p:sldId id="318" r:id="rId27"/>
    <p:sldId id="319" r:id="rId28"/>
    <p:sldId id="315" r:id="rId29"/>
    <p:sldId id="317" r:id="rId30"/>
    <p:sldId id="313" r:id="rId31"/>
    <p:sldId id="31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6445-2BDF-182C-5C0C-F1220927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D02AEA-8EFA-BB67-5B13-5B150D1AD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D60AE-ED27-3D3E-ED1F-764F03B8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C2A09-58C6-90C2-3EA0-770104EF8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00527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96CF-9DBF-1802-F324-3589B456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3E8EA-45DC-644E-1166-64F41C268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188DD-12F9-8098-5B69-24C7EA00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967BE-86A3-29C7-E477-4384FA7A8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29301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AA5E8-43DA-D62D-FB88-C294FC079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C137E-8AB1-3054-683E-73C9C0A71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0523D-806B-67DF-85E6-BEE033FCC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F987-8233-AB67-4586-17379D826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7282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23F3C-9F52-E969-49A3-3C9CC016D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5056C-0FD1-4E15-DF1B-CFF1B4E71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D3FB6-0727-E2C2-75AC-B66030207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48EB5-BACE-0833-2F10-5FF74ECB5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93660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972B4-03E3-753F-57E8-93902E8B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7D6C2-0360-8207-5E6C-B7FB412EE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65D441-3960-23B1-430B-B08511C96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62589-3C0F-B216-01F2-D4ED674C1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811341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B728F-3A4F-8504-8DE8-E6A5520DB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0FE77-0AEE-98AA-E65E-7A75CCFD9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345AFF-4C0F-8D8C-BB5F-700A52032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847D9A-0E9E-B543-7DBB-4FF61454E2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933045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4F06F-6DEC-09E2-30E4-D2AD3375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BA166-6835-5DB8-47BC-B22E1BA6F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1E346-1678-0F5E-6FC7-E70353C84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D9C40-DB8F-307B-C549-C87DE3720C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76841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6137A-4596-0868-0F64-EB2F4C5D7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3074BD-1337-BA99-B024-FED9438DEB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18E305-6F4B-6988-0948-20E032C6F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5BC1F-6E60-5982-D72F-244001E7F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408261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A8AC0-5EB7-941E-03B6-37301253D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9451C2-93FF-AB15-D7C6-1107E22C2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3C83D6-6263-86C7-5FD0-022E81C54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7FC60-6EAA-868E-4F42-20B9AC7A2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05251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8E335-D472-CEDA-3D84-65BE429A1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92337-2BCE-7B52-F5B2-9B1723D8E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8015E-DFFE-3E18-2E69-BC92ADF5B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8673C-9DEA-044F-0DB7-D3EDA7AE6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53325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1BCA-D6CF-8A81-1124-AC4552606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551C9-485E-0E04-4949-AEC093FCB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340B6-08DD-5C3E-9E67-943687EB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BEEB-2274-3A93-B78E-D1C1790D7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61073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407D-DE97-F5DB-AA93-B489D3A9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E8EA-2B08-090E-17F9-F52A6FA37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392F1-7D7B-ED32-D419-722532A6F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2D747-B633-9036-2B53-3290D6757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399711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5CC31-DDBD-A83E-77AD-73DD9EA7A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6BE32-AD46-3994-D2B5-596BFA448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8584B-F663-50AD-7BAD-29E261633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087DB-E39A-687F-05EB-96BC857E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91327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6A38-FD6C-5332-2073-676979258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57709-4C5D-08DB-5201-890222E01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E1D7F7-8D28-3F91-A10E-5775D55475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B14EF-A959-9C9F-5C80-213D92C30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18365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1EB6-566D-3E15-F31C-6360A49C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60DA1-EF76-7398-641A-5A12617FC2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52328-8415-B5F5-F74C-58026B4F8C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2186C-E3DB-6F07-924D-172E65197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221827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77E04-6682-A0D9-00E0-74E51DAE3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58A78-65A9-7F50-D51D-8CC199980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87260-5A16-8BFA-49F8-9F8EB4562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6D0CE-F0FD-9FD8-B09B-27F79337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326242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B95BF-AB7D-CBC2-B806-C78DB6D50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4CBFB-EC0E-0EDF-1BE4-D3D606887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A286C3-D45A-D218-DAE6-EE827C099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07E60-101E-948E-A84E-9F126AE91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952229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0474-71A6-9B3C-1773-654135082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BBE1EF-F6D4-49DF-AC58-34B7EA2B6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9B10D-6F05-3542-26F0-1388B0E49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F211B-3931-E6C9-90F3-52331B3B72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920921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14/7/2026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204.06507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vscode-webview://05hjhshk8q30bcmrrceorqc5gv9359gdc0202t1551o13ao5ggpf/index.html?id=00689bb1-4a82-4b1d-a6ec-68a3f3c5c30a&amp;parentId=2&amp;origin=ccab0058-14ac-49b0-8b5f-b0c5f3be36fc&amp;swVersion=5&amp;extensionId=Anthropic.claude-code&amp;platform=electron&amp;vscode-resource-base-authority=vscode-resource.vscode-cdn.net&amp;parentOrigin=vscode-file%3A%2F%2Fvscode-app&amp;session=4c9cbf3d-31ef-47a1-a439-f21df52bd08a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729C3-C2C7-E7F9-D253-A8DC793D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D7633-D9D5-A1C5-6671-AA9ED1F95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" y="218122"/>
            <a:ext cx="11493196" cy="627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6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2C4EC8-5B76-523F-ED3F-BC66B74B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3C9F84-FE75-27FD-EE98-B6F1E6085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671" y="377560"/>
            <a:ext cx="4932354" cy="610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37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6F804E-D4EC-500A-6070-EB128E4F0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05D8E4-4CF0-C70E-4707-E5D08580D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75" y="2528762"/>
            <a:ext cx="11812649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41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0AD06-AC27-890A-9253-1A1180DF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F607F7C-167A-2937-1BA7-9C58E6595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5" y="336994"/>
            <a:ext cx="11174939" cy="6100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742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20224-E814-D940-D4C9-AC8A100D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7CFF29-5242-8CAD-2423-F15CBCEBB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903" y="776410"/>
            <a:ext cx="11046193" cy="53051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C96093-AFC5-2E90-597F-49E3CE6D09D6}"/>
              </a:ext>
            </a:extLst>
          </p:cNvPr>
          <p:cNvSpPr txBox="1"/>
          <p:nvPr/>
        </p:nvSpPr>
        <p:spPr>
          <a:xfrm>
            <a:off x="724662" y="26339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dirty="0">
                <a:hlinkClick r:id="rId4"/>
              </a:rPr>
              <a:t>https://arxiv.org/abs/2204.06507</a:t>
            </a:r>
            <a:r>
              <a:rPr lang="en-MY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53603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172F87-1777-B4B5-966B-14AB130E3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A7F00B3-6013-9CAA-85ED-8ABBCF9764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" y="644235"/>
            <a:ext cx="10497312" cy="5725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8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666409-AA38-7ED9-15F5-CDD58217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1D5B09-81A2-A6FD-E4BA-3A68B4185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519" y="996919"/>
            <a:ext cx="9754961" cy="226726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FB8B035-4B4B-B4DE-57DC-B3B4F1DA3D80}"/>
              </a:ext>
            </a:extLst>
          </p:cNvPr>
          <p:cNvSpPr/>
          <p:nvPr/>
        </p:nvSpPr>
        <p:spPr>
          <a:xfrm>
            <a:off x="3072521" y="73589"/>
            <a:ext cx="570571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95% </a:t>
            </a:r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ood</a:t>
            </a:r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threshold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97C10A-9AB2-B39C-5956-67F698BF297B}"/>
              </a:ext>
            </a:extLst>
          </p:cNvPr>
          <p:cNvSpPr/>
          <p:nvPr/>
        </p:nvSpPr>
        <p:spPr>
          <a:xfrm>
            <a:off x="3160913" y="3264185"/>
            <a:ext cx="570571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99% </a:t>
            </a:r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ood</a:t>
            </a:r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threshold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130296-834C-C779-B366-1D291EBFF9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2400" r="13762"/>
          <a:stretch>
            <a:fillRect/>
          </a:stretch>
        </p:blipFill>
        <p:spPr>
          <a:xfrm>
            <a:off x="1575836" y="4379976"/>
            <a:ext cx="9168364" cy="181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553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35D230-3031-3EAE-0CCD-CAFE0457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C8FD61CA-B79C-4492-2741-FC3617657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50"/>
          <a:stretch>
            <a:fillRect/>
          </a:stretch>
        </p:blipFill>
        <p:spPr>
          <a:xfrm>
            <a:off x="265176" y="1907040"/>
            <a:ext cx="11365992" cy="3043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551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CE7559-B8AF-2861-690C-ED976E2C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92F77F-EC6D-159C-7C41-85FF07ABB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1" y="1495886"/>
            <a:ext cx="11954678" cy="323460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AFDFB6-DC9E-699C-DABF-5DEA6DDF27A6}"/>
              </a:ext>
            </a:extLst>
          </p:cNvPr>
          <p:cNvSpPr/>
          <p:nvPr/>
        </p:nvSpPr>
        <p:spPr>
          <a:xfrm>
            <a:off x="4180840" y="2126827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CDDC43-A681-AAB2-D5D7-186AB09264AD}"/>
              </a:ext>
            </a:extLst>
          </p:cNvPr>
          <p:cNvSpPr/>
          <p:nvPr/>
        </p:nvSpPr>
        <p:spPr>
          <a:xfrm>
            <a:off x="3154680" y="2340186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4C1147-6E06-5DB5-0FF5-6E006294C21F}"/>
              </a:ext>
            </a:extLst>
          </p:cNvPr>
          <p:cNvSpPr/>
          <p:nvPr/>
        </p:nvSpPr>
        <p:spPr>
          <a:xfrm>
            <a:off x="7589520" y="2602652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3AEE8D-9376-4565-871D-15E1F9CBE329}"/>
              </a:ext>
            </a:extLst>
          </p:cNvPr>
          <p:cNvSpPr/>
          <p:nvPr/>
        </p:nvSpPr>
        <p:spPr>
          <a:xfrm>
            <a:off x="7589520" y="2850723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B43F2D-EA45-082C-FDB0-5EE87B7763EF}"/>
              </a:ext>
            </a:extLst>
          </p:cNvPr>
          <p:cNvSpPr/>
          <p:nvPr/>
        </p:nvSpPr>
        <p:spPr>
          <a:xfrm>
            <a:off x="2138680" y="3737186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89E87E-46B6-01A0-F1D8-35F77AE145AC}"/>
              </a:ext>
            </a:extLst>
          </p:cNvPr>
          <p:cNvSpPr/>
          <p:nvPr/>
        </p:nvSpPr>
        <p:spPr>
          <a:xfrm>
            <a:off x="2138680" y="3968496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76B879-4CE5-E932-3197-82965CEFFE43}"/>
              </a:ext>
            </a:extLst>
          </p:cNvPr>
          <p:cNvSpPr/>
          <p:nvPr/>
        </p:nvSpPr>
        <p:spPr>
          <a:xfrm>
            <a:off x="11260666" y="4453806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8731C8-1D3F-211E-FA22-0758C2898387}"/>
              </a:ext>
            </a:extLst>
          </p:cNvPr>
          <p:cNvSpPr/>
          <p:nvPr/>
        </p:nvSpPr>
        <p:spPr>
          <a:xfrm>
            <a:off x="11274212" y="4222495"/>
            <a:ext cx="778933" cy="262466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35972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3A4B08-380D-9002-D554-3BA5CA906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950005-9A6F-AD1F-C852-F7E715132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32" y="1857045"/>
            <a:ext cx="11603736" cy="297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40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04D49-57CA-89F2-F039-0DC36F5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0F5462-43EE-4DAC-20E1-637BD8FCD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588" y="1030069"/>
            <a:ext cx="5430008" cy="49441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8DBAB1-30CC-E82A-C2AD-554DB08786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821"/>
          <a:stretch>
            <a:fillRect/>
          </a:stretch>
        </p:blipFill>
        <p:spPr>
          <a:xfrm>
            <a:off x="434860" y="828518"/>
            <a:ext cx="5166644" cy="53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7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C84F0-4790-2E5C-BD77-A69CA39F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5F6181-9D1F-12D2-690A-B5E1843D8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99" y="427712"/>
            <a:ext cx="5106113" cy="4887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5C0805-4E2A-35B6-B6D6-E50B70D35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70" y="427712"/>
            <a:ext cx="544906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226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68DF9-9D3D-F010-53FB-6A72464AC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39C31F-E5A2-7795-A7FA-E1F5E00A7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359" y="153393"/>
            <a:ext cx="4444074" cy="6569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E3FA1-DB72-74DB-ADFA-01033F972B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064"/>
          <a:stretch>
            <a:fillRect/>
          </a:stretch>
        </p:blipFill>
        <p:spPr>
          <a:xfrm>
            <a:off x="2139697" y="345417"/>
            <a:ext cx="4063597" cy="447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76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FC5FD4-B9F4-9F67-D78F-D23D5F6A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A06153-CAF0-E2FE-1D35-28E03DEB5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751" y="413502"/>
            <a:ext cx="7671585" cy="171704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8425582-F65D-D4EE-2AA9-C8C900DB6F94}"/>
              </a:ext>
            </a:extLst>
          </p:cNvPr>
          <p:cNvSpPr/>
          <p:nvPr/>
        </p:nvSpPr>
        <p:spPr>
          <a:xfrm>
            <a:off x="88584" y="2199239"/>
            <a:ext cx="11575918" cy="390876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Flag this. Solved the problem</a:t>
            </a:r>
          </a:p>
          <a:p>
            <a:pPr algn="ctr"/>
            <a:endParaRPr lang="en-US" sz="54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MY" sz="2800" dirty="0"/>
              <a:t>Training script — Step 3: Add </a:t>
            </a:r>
            <a:r>
              <a:rPr lang="en-MY" sz="2800" b="1" dirty="0" err="1"/>
              <a:t>le_shape</a:t>
            </a:r>
            <a:r>
              <a:rPr lang="en-MY" sz="2800" b="1" dirty="0"/>
              <a:t> </a:t>
            </a:r>
            <a:r>
              <a:rPr lang="en-MY" sz="2800" dirty="0"/>
              <a:t>to the save cell.</a:t>
            </a:r>
          </a:p>
          <a:p>
            <a:r>
              <a:rPr lang="en-MY" sz="2800" dirty="0"/>
              <a:t>Edit Notebook Cell </a:t>
            </a:r>
            <a:r>
              <a:rPr lang="en-MY" sz="2800" dirty="0">
                <a:hlinkClick r:id="rId4"/>
              </a:rPr>
              <a:t>C:\Users\sitisyaziyah\source\repos\DeviceCluster\1.training_model\Section XGB Model - Model Training.ipynb:a3380379</a:t>
            </a:r>
            <a:endParaRPr lang="en-MY" sz="2800" dirty="0"/>
          </a:p>
          <a:p>
            <a:r>
              <a:rPr lang="en-MY" sz="2800" dirty="0"/>
              <a:t>Success</a:t>
            </a:r>
            <a:endParaRPr lang="en-US" sz="720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218144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4F038-5E65-2A4E-A854-18C4C5639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57EA89-2186-3EAC-5CCD-B88402243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934" y="1976864"/>
            <a:ext cx="5852994" cy="290427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69B00FF-42DA-9503-7D74-077C6FD0331D}"/>
              </a:ext>
            </a:extLst>
          </p:cNvPr>
          <p:cNvSpPr/>
          <p:nvPr/>
        </p:nvSpPr>
        <p:spPr>
          <a:xfrm>
            <a:off x="3474042" y="3179232"/>
            <a:ext cx="4653958" cy="351367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97C65C-0593-01FD-7994-9B13AC78DCF6}"/>
              </a:ext>
            </a:extLst>
          </p:cNvPr>
          <p:cNvSpPr/>
          <p:nvPr/>
        </p:nvSpPr>
        <p:spPr>
          <a:xfrm>
            <a:off x="1311454" y="352989"/>
            <a:ext cx="800187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Threshold sensitivity test</a:t>
            </a:r>
          </a:p>
        </p:txBody>
      </p:sp>
    </p:spTree>
    <p:extLst>
      <p:ext uri="{BB962C8B-B14F-4D97-AF65-F5344CB8AC3E}">
        <p14:creationId xmlns:p14="http://schemas.microsoft.com/office/powerpoint/2010/main" val="2205227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9F234F-F235-973B-1702-01DD9390B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E366F9-ADD8-1FB3-4F7E-5403DF82B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704850"/>
            <a:ext cx="97536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1545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BF547-CCBD-0D25-E15E-4BA546E21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0991F7-24B6-2A47-E328-BC71D7A9A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581" y="653464"/>
            <a:ext cx="8955907" cy="5551072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37063251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3F5052-C5CE-47A6-DBB4-6430C05F4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646AFB-8B46-AAC4-CB50-D21159DE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44" y="212127"/>
            <a:ext cx="11385804" cy="636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27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841248" y="34751"/>
            <a:ext cx="1113739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 – </a:t>
            </a:r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DROPOUT IN TRAINING. THE PATTERN NO LONGER USED ANYMORE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13559</TotalTime>
  <Words>698</Words>
  <Application>Microsoft Office PowerPoint</Application>
  <PresentationFormat>Widescreen</PresentationFormat>
  <Paragraphs>148</Paragraphs>
  <Slides>31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63</cp:revision>
  <dcterms:created xsi:type="dcterms:W3CDTF">2025-11-18T06:28:25Z</dcterms:created>
  <dcterms:modified xsi:type="dcterms:W3CDTF">2026-07-14T07:08:09Z</dcterms:modified>
</cp:coreProperties>
</file>