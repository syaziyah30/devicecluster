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3"/>
  </p:notesMasterIdLst>
  <p:sldIdLst>
    <p:sldId id="256" r:id="rId2"/>
    <p:sldId id="292" r:id="rId3"/>
    <p:sldId id="323" r:id="rId4"/>
    <p:sldId id="324" r:id="rId5"/>
    <p:sldId id="326" r:id="rId6"/>
    <p:sldId id="325" r:id="rId7"/>
    <p:sldId id="332" r:id="rId8"/>
    <p:sldId id="330" r:id="rId9"/>
    <p:sldId id="334" r:id="rId10"/>
    <p:sldId id="335" r:id="rId11"/>
    <p:sldId id="336" r:id="rId12"/>
    <p:sldId id="337" r:id="rId13"/>
    <p:sldId id="338" r:id="rId14"/>
    <p:sldId id="339" r:id="rId15"/>
    <p:sldId id="329" r:id="rId16"/>
    <p:sldId id="328" r:id="rId17"/>
    <p:sldId id="327" r:id="rId18"/>
    <p:sldId id="340" r:id="rId19"/>
    <p:sldId id="341" r:id="rId20"/>
    <p:sldId id="342" r:id="rId21"/>
    <p:sldId id="343" r:id="rId22"/>
    <p:sldId id="344" r:id="rId23"/>
    <p:sldId id="322" r:id="rId24"/>
    <p:sldId id="321" r:id="rId25"/>
    <p:sldId id="308" r:id="rId26"/>
    <p:sldId id="318" r:id="rId27"/>
    <p:sldId id="319" r:id="rId28"/>
    <p:sldId id="315" r:id="rId29"/>
    <p:sldId id="317" r:id="rId30"/>
    <p:sldId id="313" r:id="rId31"/>
    <p:sldId id="31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F"/>
    <a:srgbClr val="C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1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7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57EA-B908-6E3D-4D5F-88BE15E1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CB3DF-B7D2-C4C1-D86D-ACB2556AB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52462-D8AA-DC5A-8A9E-C3DB4DAD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7A46-7712-26DD-613D-124E07A7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594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6445-2BDF-182C-5C0C-F1220927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02AEA-8EFA-BB67-5B13-5B150D1AD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D60AE-ED27-3D3E-ED1F-764F03B8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2A09-58C6-90C2-3EA0-770104EF8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052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96CF-9DBF-1802-F324-3589B456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3E8EA-45DC-644E-1166-64F41C26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188DD-12F9-8098-5B69-24C7EA00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967BE-86A3-29C7-E477-4384FA7A8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930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A5E8-43DA-D62D-FB88-C294FC07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C137E-8AB1-3054-683E-73C9C0A71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0523D-806B-67DF-85E6-BEE033FC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F987-8233-AB67-4586-17379D826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728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3F3C-9F52-E969-49A3-3C9CC016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5056C-0FD1-4E15-DF1B-CFF1B4E71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D3FB6-0727-E2C2-75AC-B66030207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8EB5-BACE-0833-2F10-5FF74ECB5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936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2B4-03E3-753F-57E8-93902E8B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D6C2-0360-8207-5E6C-B7FB412EE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D441-3960-23B1-430B-B08511C96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2589-3C0F-B216-01F2-D4ED674C1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1134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728F-3A4F-8504-8DE8-E6A5520D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0FE77-0AEE-98AA-E65E-7A75CCFD9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45AFF-4C0F-8D8C-BB5F-700A52032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7D9A-0E9E-B543-7DBB-4FF61454E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330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F06F-6DEC-09E2-30E4-D2AD3375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BA166-6835-5DB8-47BC-B22E1BA6F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E346-1678-0F5E-6FC7-E70353C84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D9C40-DB8F-307B-C549-C87DE372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684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137A-4596-0868-0F64-EB2F4C5D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74BD-1337-BA99-B024-FED9438DE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8E305-6F4B-6988-0948-20E032C6F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BC1F-6E60-5982-D72F-244001E7F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0826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8AC0-5EB7-941E-03B6-37301253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451C2-93FF-AB15-D7C6-1107E22C2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C83D6-6263-86C7-5FD0-022E81C54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FC60-6EAA-868E-4F42-20B9AC7A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525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E335-D472-CEDA-3D84-65BE429A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92337-2BCE-7B52-F5B2-9B1723D8E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8015E-DFFE-3E18-2E69-BC92ADF5B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8673C-9DEA-044F-0DB7-D3EDA7AE6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3325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1BCA-D6CF-8A81-1124-AC455260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551C9-485E-0E04-4949-AEC093FCB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340B6-08DD-5C3E-9E67-943687EB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BEEB-2274-3A93-B78E-D1C1790D7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073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407D-DE97-F5DB-AA93-B489D3A9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8E8EA-2B08-090E-17F9-F52A6FA37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392F1-7D7B-ED32-D419-722532A6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D747-B633-9036-2B53-3290D6757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9971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CC31-DDBD-A83E-77AD-73DD9EA7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6BE32-AD46-3994-D2B5-596BFA448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8584B-F663-50AD-7BAD-29E261633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87DB-E39A-687F-05EB-96BC857E8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913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6A38-FD6C-5332-2073-67697925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57709-4C5D-08DB-5201-890222E0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1D7F7-8D28-3F91-A10E-5775D5547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B14EF-A959-9C9F-5C80-213D92C30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836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1EB6-566D-3E15-F31C-6360A49C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60DA1-EF76-7398-641A-5A12617FC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52328-8415-B5F5-F74C-58026B4F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186C-E3DB-6F07-924D-172E65197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2182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77E04-6682-A0D9-00E0-74E51DAE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58A78-65A9-7F50-D51D-8CC19998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87260-5A16-8BFA-49F8-9F8EB4562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D0CE-F0FD-9FD8-B09B-27F793378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32624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B95BF-AB7D-CBC2-B806-C78DB6D5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4CBFB-EC0E-0EDF-1BE4-D3D606887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286C3-D45A-D218-DAE6-EE827C099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7E60-101E-948E-A84E-9F126AE91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5222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0474-71A6-9B3C-1773-65413508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E1EF-F6D4-49DF-AC58-34B7EA2B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9B10D-6F05-3542-26F0-1388B0E4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F211B-3931-E6C9-90F3-52331B3B7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2092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0DA3-B6BD-4EFE-90F9-176D4D36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6C26-27B8-DF79-8EDF-4AB016FBB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80787-D40B-6096-611B-13772FD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5CA75-2047-3865-5A46-147438F4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200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4F9D-DF34-D68D-5A96-B29CB925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43717-5F7A-19C6-C199-39BC97677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77B9B-7E4F-4D34-F255-5FDBC89B6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1C03-D632-C4F9-D6AE-2D2C18AAA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0462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4DAA-70A6-619B-B882-53C351F2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DED79-13C1-8857-2F41-72B92A91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2453-B321-C6C9-71EE-DC448A0F5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399C-0CE2-CEC4-FD6D-A77A9605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5914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2DFC-8109-DB30-B777-59AD008A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F552C-4C8D-1FC9-AC7B-00BDC2537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A7152-DC10-80C6-FE6C-1C4AA899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31090-AD71-A3D3-E914-D8C02CC5F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6086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F35F-167D-DA30-7EF9-CB97D0CE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C49EA-68AD-BF5D-54CF-28AD9EBD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B01D4-2E51-D1C9-0313-8E5226EF0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040E-D612-6BAA-0D60-6ADCEEF2E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6556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4DD7-697C-EC60-8D90-337CFF4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2B252-2D58-24E7-8272-AFF76997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A086-306C-AD9D-F4F2-D32DEC02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066E4-1441-C3B2-0BCE-2678E2669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1694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F2C6-DB92-175E-3B2E-4DF06A3D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D82C8-E3D1-A8CA-8BF3-D0FD58009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9D6A-2965-2D27-EDD3-409B436C3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4A13-99B2-D5EF-E504-0BA1D43E9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8792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F50B-A509-C45B-99EA-F3EC1A48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4F8DC-2EF5-DDDE-CEB3-A6C1BD8D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7F6A9-A03C-13A9-54F3-AF196413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44646-04EC-7EDF-C5EF-659DF5372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934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04.0650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webview://05hjhshk8q30bcmrrceorqc5gv9359gdc0202t1551o13ao5ggpf/index.html?id=00689bb1-4a82-4b1d-a6ec-68a3f3c5c30a&amp;parentId=2&amp;origin=ccab0058-14ac-49b0-8b5f-b0c5f3be36fc&amp;swVersion=5&amp;extensionId=Anthropic.claude-code&amp;platform=electron&amp;vscode-resource-base-authority=vscode-resource.vscode-cdn.net&amp;parentOrigin=vscode-file%3A%2F%2Fvscode-app&amp;session=4c9cbf3d-31ef-47a1-a439-f21df52bd08a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E07FFD-2E37-CD20-EB0F-0B5C640110D2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T</a:t>
            </a:r>
            <a:r>
              <a:rPr lang="en-MY" sz="4800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45B29-B38D-7B94-A70E-7D634579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2A625-0A36-5DBD-23AD-27284421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42912"/>
            <a:ext cx="97536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5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729C3-C2C7-E7F9-D253-A8DC793D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5D7633-D9D5-A1C5-6671-AA9ED1F9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" y="218122"/>
            <a:ext cx="11493196" cy="62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6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C4EC8-5B76-523F-ED3F-BC66B74B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C9F84-FE75-27FD-EE98-B6F1E608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71" y="377560"/>
            <a:ext cx="4932354" cy="61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3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F804E-D4EC-500A-6070-EB128E4F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5D8E4-4CF0-C70E-4707-E5D08580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5" y="2528762"/>
            <a:ext cx="11812649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4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0AD06-AC27-890A-9253-1A1180DF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607F7C-167A-2937-1BA7-9C58E659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5" y="336994"/>
            <a:ext cx="11174939" cy="61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4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0224-E814-D940-D4C9-AC8A100D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CFF29-5242-8CAD-2423-F15CBCEB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03" y="776410"/>
            <a:ext cx="11046193" cy="5305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96093-AFC5-2E90-597F-49E3CE6D09D6}"/>
              </a:ext>
            </a:extLst>
          </p:cNvPr>
          <p:cNvSpPr txBox="1"/>
          <p:nvPr/>
        </p:nvSpPr>
        <p:spPr>
          <a:xfrm>
            <a:off x="724662" y="26339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>
                <a:hlinkClick r:id="rId4"/>
              </a:rPr>
              <a:t>https://arxiv.org/abs/2204.06507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36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72F87-1777-B4B5-966B-14AB130E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7F00B3-6013-9CAA-85ED-8ABBCF976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" y="644235"/>
            <a:ext cx="10497312" cy="57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8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66409-AA38-7ED9-15F5-CDD58217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1D5B09-81A2-A6FD-E4BA-3A68B418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9" y="996919"/>
            <a:ext cx="9754961" cy="22672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B8B035-4B4B-B4DE-57DC-B3B4F1DA3D80}"/>
              </a:ext>
            </a:extLst>
          </p:cNvPr>
          <p:cNvSpPr/>
          <p:nvPr/>
        </p:nvSpPr>
        <p:spPr>
          <a:xfrm>
            <a:off x="3072521" y="73589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7C10A-9AB2-B39C-5956-67F698BF297B}"/>
              </a:ext>
            </a:extLst>
          </p:cNvPr>
          <p:cNvSpPr/>
          <p:nvPr/>
        </p:nvSpPr>
        <p:spPr>
          <a:xfrm>
            <a:off x="3160913" y="3264185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30296-834C-C779-B366-1D291EBF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400" r="13762"/>
          <a:stretch>
            <a:fillRect/>
          </a:stretch>
        </p:blipFill>
        <p:spPr>
          <a:xfrm>
            <a:off x="1575836" y="4379976"/>
            <a:ext cx="9168364" cy="18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5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5D230-3031-3EAE-0CCD-CAFE0457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FD61CA-B79C-4492-2741-FC361765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0"/>
          <a:stretch>
            <a:fillRect/>
          </a:stretch>
        </p:blipFill>
        <p:spPr>
          <a:xfrm>
            <a:off x="265176" y="1907040"/>
            <a:ext cx="11365992" cy="304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5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E7559-B8AF-2861-690C-ED976E2C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2F77F-EC6D-159C-7C41-85FF07ABB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495886"/>
            <a:ext cx="11954678" cy="32346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AFDFB6-DC9E-699C-DABF-5DEA6DDF27A6}"/>
              </a:ext>
            </a:extLst>
          </p:cNvPr>
          <p:cNvSpPr/>
          <p:nvPr/>
        </p:nvSpPr>
        <p:spPr>
          <a:xfrm>
            <a:off x="4180840" y="2126827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DDC43-A681-AAB2-D5D7-186AB09264AD}"/>
              </a:ext>
            </a:extLst>
          </p:cNvPr>
          <p:cNvSpPr/>
          <p:nvPr/>
        </p:nvSpPr>
        <p:spPr>
          <a:xfrm>
            <a:off x="3154680" y="2340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C1147-6E06-5DB5-0FF5-6E006294C21F}"/>
              </a:ext>
            </a:extLst>
          </p:cNvPr>
          <p:cNvSpPr/>
          <p:nvPr/>
        </p:nvSpPr>
        <p:spPr>
          <a:xfrm>
            <a:off x="7589520" y="2602652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AEE8D-9376-4565-871D-15E1F9CBE329}"/>
              </a:ext>
            </a:extLst>
          </p:cNvPr>
          <p:cNvSpPr/>
          <p:nvPr/>
        </p:nvSpPr>
        <p:spPr>
          <a:xfrm>
            <a:off x="7589520" y="2850723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43F2D-EA45-082C-FDB0-5EE87B7763EF}"/>
              </a:ext>
            </a:extLst>
          </p:cNvPr>
          <p:cNvSpPr/>
          <p:nvPr/>
        </p:nvSpPr>
        <p:spPr>
          <a:xfrm>
            <a:off x="2138680" y="3737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9E87E-46B6-01A0-F1D8-35F77AE145AC}"/>
              </a:ext>
            </a:extLst>
          </p:cNvPr>
          <p:cNvSpPr/>
          <p:nvPr/>
        </p:nvSpPr>
        <p:spPr>
          <a:xfrm>
            <a:off x="2138680" y="396849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6B879-4CE5-E932-3197-82965CEFFE43}"/>
              </a:ext>
            </a:extLst>
          </p:cNvPr>
          <p:cNvSpPr/>
          <p:nvPr/>
        </p:nvSpPr>
        <p:spPr>
          <a:xfrm>
            <a:off x="11260666" y="445380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8731C8-1D3F-211E-FA22-0758C2898387}"/>
              </a:ext>
            </a:extLst>
          </p:cNvPr>
          <p:cNvSpPr/>
          <p:nvPr/>
        </p:nvSpPr>
        <p:spPr>
          <a:xfrm>
            <a:off x="11274212" y="4222495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597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A4B08-380D-9002-D554-3BA5CA90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50005-9A6F-AD1F-C852-F7E71513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32" y="1857045"/>
            <a:ext cx="11603736" cy="29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0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04D49-57CA-89F2-F039-0DC36F5D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F5462-43EE-4DAC-20E1-637BD8FC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88" y="1030069"/>
            <a:ext cx="5430008" cy="4944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DBAB1-30CC-E82A-C2AD-554DB0878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821"/>
          <a:stretch>
            <a:fillRect/>
          </a:stretch>
        </p:blipFill>
        <p:spPr>
          <a:xfrm>
            <a:off x="434860" y="828518"/>
            <a:ext cx="5166644" cy="534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C84F0-4790-2E5C-BD77-A69CA39F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6181-9D1F-12D2-690A-B5E1843D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99" y="427712"/>
            <a:ext cx="5106113" cy="4887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C0805-4E2A-35B6-B6D6-E50B70D35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70" y="427712"/>
            <a:ext cx="5449060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2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68DF9-9D3D-F010-53FB-6A72464A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9C31F-E5A2-7795-A7FA-E1F5E00A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59" y="153393"/>
            <a:ext cx="4444074" cy="6569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E3FA1-DB72-74DB-ADFA-01033F972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064"/>
          <a:stretch>
            <a:fillRect/>
          </a:stretch>
        </p:blipFill>
        <p:spPr>
          <a:xfrm>
            <a:off x="2139697" y="345417"/>
            <a:ext cx="4063597" cy="44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C5FD4-B9F4-9F67-D78F-D23D5F6A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06153-CAF0-E2FE-1D35-28E03DEB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51" y="413502"/>
            <a:ext cx="7671585" cy="17170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425582-F65D-D4EE-2AA9-C8C900DB6F94}"/>
              </a:ext>
            </a:extLst>
          </p:cNvPr>
          <p:cNvSpPr/>
          <p:nvPr/>
        </p:nvSpPr>
        <p:spPr>
          <a:xfrm>
            <a:off x="88584" y="2199239"/>
            <a:ext cx="11575918" cy="39087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Flag this. Solved the problem</a:t>
            </a:r>
          </a:p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MY" sz="2800" dirty="0"/>
              <a:t>Training script — Step 3: Add </a:t>
            </a:r>
            <a:r>
              <a:rPr lang="en-MY" sz="2800" b="1" dirty="0" err="1"/>
              <a:t>le_shape</a:t>
            </a:r>
            <a:r>
              <a:rPr lang="en-MY" sz="2800" b="1" dirty="0"/>
              <a:t> </a:t>
            </a:r>
            <a:r>
              <a:rPr lang="en-MY" sz="2800" dirty="0"/>
              <a:t>to the save cell.</a:t>
            </a:r>
          </a:p>
          <a:p>
            <a:r>
              <a:rPr lang="en-MY" sz="2800" dirty="0"/>
              <a:t>Edit Notebook Cell </a:t>
            </a:r>
            <a:r>
              <a:rPr lang="en-MY" sz="2800" dirty="0">
                <a:hlinkClick r:id="rId4"/>
              </a:rPr>
              <a:t>C:\Users\sitisyaziyah\source\repos\DeviceCluster\1.training_model\Section XGB Model - Model Training.ipynb:a3380379</a:t>
            </a:r>
            <a:endParaRPr lang="en-MY" sz="2800" dirty="0"/>
          </a:p>
          <a:p>
            <a:r>
              <a:rPr lang="en-MY" sz="2800" dirty="0"/>
              <a:t>Success</a:t>
            </a:r>
            <a:endParaRPr lang="en-US" sz="7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144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4F038-5E65-2A4E-A854-18C4C563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57EA89-2186-3EAC-5CCD-B88402243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34" y="1976864"/>
            <a:ext cx="5852994" cy="2904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9B00FF-42DA-9503-7D74-077C6FD0331D}"/>
              </a:ext>
            </a:extLst>
          </p:cNvPr>
          <p:cNvSpPr/>
          <p:nvPr/>
        </p:nvSpPr>
        <p:spPr>
          <a:xfrm>
            <a:off x="3474042" y="3179232"/>
            <a:ext cx="4653958" cy="35136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7C65C-0593-01FD-7994-9B13AC78DCF6}"/>
              </a:ext>
            </a:extLst>
          </p:cNvPr>
          <p:cNvSpPr/>
          <p:nvPr/>
        </p:nvSpPr>
        <p:spPr>
          <a:xfrm>
            <a:off x="1311454" y="352989"/>
            <a:ext cx="80018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Threshold sensitivity test</a:t>
            </a:r>
          </a:p>
        </p:txBody>
      </p:sp>
    </p:spTree>
    <p:extLst>
      <p:ext uri="{BB962C8B-B14F-4D97-AF65-F5344CB8AC3E}">
        <p14:creationId xmlns:p14="http://schemas.microsoft.com/office/powerpoint/2010/main" val="220522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F234F-F235-973B-1702-01DD9390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366F9-ADD8-1FB3-4F7E-5403DF82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BF547-CCBD-0D25-E15E-4BA546E2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0991F7-24B6-2A47-E328-BC71D7A9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81" y="653464"/>
            <a:ext cx="8955907" cy="555107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06325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F5052-C5CE-47A6-DBB4-6430C05F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46AFB-8B46-AAC4-CB50-D21159DE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" y="212127"/>
            <a:ext cx="11385804" cy="636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CE065-AC66-12E3-1D3A-11FCDA2E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263245-6A63-713C-7D19-F0C75BBB5FBB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08E16A-D44B-BA5C-0DC5-8D273FFE09AF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D5B916-E6B9-9AF0-CC32-0AA217067BD3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B55B59-FFC6-FAA3-2101-12B83A31BCC2}"/>
              </a:ext>
            </a:extLst>
          </p:cNvPr>
          <p:cNvSpPr/>
          <p:nvPr/>
        </p:nvSpPr>
        <p:spPr>
          <a:xfrm>
            <a:off x="2099865" y="3343917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Assigned by User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220C5-6B92-285F-4FC5-65BB3FA5DB9F}"/>
              </a:ext>
            </a:extLst>
          </p:cNvPr>
          <p:cNvSpPr/>
          <p:nvPr/>
        </p:nvSpPr>
        <p:spPr>
          <a:xfrm>
            <a:off x="2099866" y="2663103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EQUIPMENT DATA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215F14-DC45-FA52-F765-7F8EA581939F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58C81BF-2383-3654-38C6-E172FE06EAD9}"/>
              </a:ext>
            </a:extLst>
          </p:cNvPr>
          <p:cNvCxnSpPr>
            <a:cxnSpLocks/>
            <a:stCxn id="46" idx="3"/>
            <a:endCxn id="59" idx="1"/>
          </p:cNvCxnSpPr>
          <p:nvPr/>
        </p:nvCxnSpPr>
        <p:spPr>
          <a:xfrm flipV="1">
            <a:off x="4340479" y="1846624"/>
            <a:ext cx="2879471" cy="9857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564F411-A447-B617-1A4F-B63DBF6C7204}"/>
              </a:ext>
            </a:extLst>
          </p:cNvPr>
          <p:cNvCxnSpPr>
            <a:cxnSpLocks/>
            <a:stCxn id="47" idx="2"/>
            <a:endCxn id="43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A2066B9-3169-8C73-8E7B-F67167ED2957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213DC-43C5-092B-D21B-95BF76A88CAD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1993CCE-3CB3-5C6A-4475-3932980845D4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EBEB3C4-7F87-3DEA-1CEA-B0EFDD7728A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4340476" y="3583366"/>
            <a:ext cx="2671861" cy="959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4F614-D6D1-D49B-CC26-F4AC01C88558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BB68A2-4FA2-D361-7789-1AE97E0E4260}"/>
              </a:ext>
            </a:extLst>
          </p:cNvPr>
          <p:cNvCxnSpPr>
            <a:cxnSpLocks/>
            <a:stCxn id="43" idx="2"/>
            <a:endCxn id="55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7127D2-C5BA-4B58-9082-32C0B89E560B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flipV="1">
            <a:off x="3220171" y="3001630"/>
            <a:ext cx="2" cy="3422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E759FBE-6CFE-DEEC-EA68-5D67A221BC92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2E52FC-4A4B-5E6C-B7A5-5CE0F873BF7E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A0B3A21-655E-4615-26C5-190E56DE1275}"/>
              </a:ext>
            </a:extLst>
          </p:cNvPr>
          <p:cNvCxnSpPr>
            <a:cxnSpLocks/>
            <a:stCxn id="52" idx="2"/>
            <a:endCxn id="61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771FA46-2E6D-F957-9562-C0DDB82195DF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506D9B6-8510-0763-57AD-F9A3318AE782}"/>
              </a:ext>
            </a:extLst>
          </p:cNvPr>
          <p:cNvCxnSpPr>
            <a:cxnSpLocks/>
            <a:endCxn id="55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80A42D-7D40-04EB-198D-2A5A23D0E7E2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5B74156-01A2-7F0F-B11D-37CE18EAAF1B}"/>
              </a:ext>
            </a:extLst>
          </p:cNvPr>
          <p:cNvSpPr/>
          <p:nvPr/>
        </p:nvSpPr>
        <p:spPr>
          <a:xfrm>
            <a:off x="4563686" y="1721094"/>
            <a:ext cx="15905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Load Data</a:t>
            </a:r>
            <a:endParaRPr lang="en-US" sz="1200" cap="none" spc="0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D480E8-3F10-088D-9909-4D34E387962A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67EDF09-076E-F726-DCE1-FE62C84A9E70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B2BA615-3521-753D-8C86-A373DFAC8046}"/>
              </a:ext>
            </a:extLst>
          </p:cNvPr>
          <p:cNvSpPr/>
          <p:nvPr/>
        </p:nvSpPr>
        <p:spPr>
          <a:xfrm>
            <a:off x="5760448" y="3630264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8A8C5FF-BC48-3320-EA52-6E99748A9AAC}"/>
              </a:ext>
            </a:extLst>
          </p:cNvPr>
          <p:cNvSpPr/>
          <p:nvPr/>
        </p:nvSpPr>
        <p:spPr>
          <a:xfrm>
            <a:off x="1568914" y="261593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26EF863-8E33-3620-5056-3F6C8366B0DC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28C889-98CF-A8C6-5AC5-9499B124E6CE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579EA79-804E-1C1C-8093-60093B802277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solidFill>
            <a:srgbClr val="FFFFAF"/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57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BB85D-CA50-45C1-1D0F-557D798A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3A87E2-CCA6-994F-58F6-403D4321F269}"/>
              </a:ext>
            </a:extLst>
          </p:cNvPr>
          <p:cNvSpPr/>
          <p:nvPr/>
        </p:nvSpPr>
        <p:spPr>
          <a:xfrm>
            <a:off x="5019706" y="197592"/>
            <a:ext cx="2216991" cy="623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6921D-B66E-B1C9-CAC6-5AEE9B4C67D6}"/>
              </a:ext>
            </a:extLst>
          </p:cNvPr>
          <p:cNvSpPr/>
          <p:nvPr/>
        </p:nvSpPr>
        <p:spPr>
          <a:xfrm>
            <a:off x="4455598" y="4219644"/>
            <a:ext cx="3248682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2AD24-5CEC-14C4-00C4-089BB8B24AA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AAAC3-C435-7D65-5867-E258D7A51EF5}"/>
              </a:ext>
            </a:extLst>
          </p:cNvPr>
          <p:cNvSpPr/>
          <p:nvPr/>
        </p:nvSpPr>
        <p:spPr>
          <a:xfrm>
            <a:off x="1626586" y="4220227"/>
            <a:ext cx="1792614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4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E1A13-6A55-5754-4094-8FAF9B91A0C5}"/>
              </a:ext>
            </a:extLst>
          </p:cNvPr>
          <p:cNvSpPr/>
          <p:nvPr/>
        </p:nvSpPr>
        <p:spPr>
          <a:xfrm>
            <a:off x="130503" y="1437641"/>
            <a:ext cx="1689911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7D8F74-5941-AA23-70DC-E0AAC1B5C5DF}"/>
              </a:ext>
            </a:extLst>
          </p:cNvPr>
          <p:cNvSpPr/>
          <p:nvPr/>
        </p:nvSpPr>
        <p:spPr>
          <a:xfrm>
            <a:off x="4923182" y="1909007"/>
            <a:ext cx="2313515" cy="179590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F6A016-AC2B-2072-630F-3116A0D14231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820414" y="1755172"/>
            <a:ext cx="3612920" cy="343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ACC338-8D5E-7EC8-35F3-97C8FC61434E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6079939" y="3704911"/>
            <a:ext cx="1" cy="5147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6CB8A39-A3E0-F64E-2D68-2DC6E3472DCD}"/>
              </a:ext>
            </a:extLst>
          </p:cNvPr>
          <p:cNvSpPr/>
          <p:nvPr/>
        </p:nvSpPr>
        <p:spPr>
          <a:xfrm>
            <a:off x="5584392" y="2315001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18045A3-CE42-F10F-CFD8-54348ABC81F0}"/>
              </a:ext>
            </a:extLst>
          </p:cNvPr>
          <p:cNvSpPr/>
          <p:nvPr/>
        </p:nvSpPr>
        <p:spPr>
          <a:xfrm>
            <a:off x="5649174" y="2858630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42676A9-ACFA-6A6A-F921-26DD0E3F04B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6109374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4ECD9CE-D48B-15CC-8E4F-7D29D8F7E7DB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>
            <a:off x="3419200" y="4518397"/>
            <a:ext cx="1036398" cy="5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B042E83-74BB-23B6-9992-479A6B0EE9D9}"/>
              </a:ext>
            </a:extLst>
          </p:cNvPr>
          <p:cNvSpPr/>
          <p:nvPr/>
        </p:nvSpPr>
        <p:spPr>
          <a:xfrm>
            <a:off x="4831744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5BC6C52-2F41-9CB5-039D-E9AFB5B80DA3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6079939" y="4817150"/>
            <a:ext cx="22748" cy="9688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CEC3F7-C610-71DA-A408-692B2B96F8E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975459" y="2072703"/>
            <a:ext cx="0" cy="248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67E2BA8-806C-07AE-4060-94C96FB6D1B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972194" y="4518980"/>
            <a:ext cx="6543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D0EB03-74AB-FFDF-A2AC-92B0DFEC823E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B28BE6-9A56-62E9-3E35-705B9F73ACB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0B7AE7-F245-FF54-2E02-0F53C19C14A0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6109374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248DB16-B635-8AB6-0EEE-41A937489B35}"/>
              </a:ext>
            </a:extLst>
          </p:cNvPr>
          <p:cNvSpPr/>
          <p:nvPr/>
        </p:nvSpPr>
        <p:spPr>
          <a:xfrm>
            <a:off x="5649174" y="3288206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1F86F2-8965-CEA1-BDD3-28A6429C841C}"/>
              </a:ext>
            </a:extLst>
          </p:cNvPr>
          <p:cNvCxnSpPr>
            <a:cxnSpLocks/>
          </p:cNvCxnSpPr>
          <p:nvPr/>
        </p:nvCxnSpPr>
        <p:spPr>
          <a:xfrm flipH="1">
            <a:off x="7373630" y="5930036"/>
            <a:ext cx="1582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EDA90D4-0B35-562B-0121-65FEFD30298C}"/>
              </a:ext>
            </a:extLst>
          </p:cNvPr>
          <p:cNvSpPr/>
          <p:nvPr/>
        </p:nvSpPr>
        <p:spPr>
          <a:xfrm>
            <a:off x="8902282" y="1780905"/>
            <a:ext cx="45719" cy="41648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9601CF-B991-3151-D824-1867156412F7}"/>
              </a:ext>
            </a:extLst>
          </p:cNvPr>
          <p:cNvCxnSpPr>
            <a:cxnSpLocks/>
          </p:cNvCxnSpPr>
          <p:nvPr/>
        </p:nvCxnSpPr>
        <p:spPr>
          <a:xfrm flipH="1">
            <a:off x="6785417" y="1751111"/>
            <a:ext cx="2162584" cy="138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9CDEB8-BDAF-F485-4858-F468EEE9C8AE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 flipH="1">
            <a:off x="6109376" y="820598"/>
            <a:ext cx="18826" cy="7387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F2531B3-5436-9A38-60AC-68F0F14D9904}"/>
              </a:ext>
            </a:extLst>
          </p:cNvPr>
          <p:cNvSpPr/>
          <p:nvPr/>
        </p:nvSpPr>
        <p:spPr>
          <a:xfrm>
            <a:off x="2660520" y="1201764"/>
            <a:ext cx="18261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new_equipment.pkl</a:t>
            </a:r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594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DDA6C-5A62-1BEF-D173-0C64E3B8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127764-F3FD-A1BD-619B-A442D3BE8EDD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UPDATE ON (16.04.2026)</a:t>
            </a:r>
          </a:p>
        </p:txBody>
      </p:sp>
    </p:spTree>
    <p:extLst>
      <p:ext uri="{BB962C8B-B14F-4D97-AF65-F5344CB8AC3E}">
        <p14:creationId xmlns:p14="http://schemas.microsoft.com/office/powerpoint/2010/main" val="35448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86FB-A8D7-2F66-70C2-F698CC8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60FC1-C3E3-7016-F339-1D3DE6D727AF}"/>
              </a:ext>
            </a:extLst>
          </p:cNvPr>
          <p:cNvSpPr/>
          <p:nvPr/>
        </p:nvSpPr>
        <p:spPr>
          <a:xfrm>
            <a:off x="3109912" y="288550"/>
            <a:ext cx="5972176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Proof Of Concept (POC)</a:t>
            </a:r>
            <a:endParaRPr lang="en-MY" sz="4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CD09D-7B45-18AD-A221-DD22A26C3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61850"/>
              </p:ext>
            </p:extLst>
          </p:nvPr>
        </p:nvGraphicFramePr>
        <p:xfrm>
          <a:off x="803275" y="1605491"/>
          <a:ext cx="11036300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8863">
                  <a:extLst>
                    <a:ext uri="{9D8B030D-6E8A-4147-A177-3AD203B41FA5}">
                      <a16:colId xmlns:a16="http://schemas.microsoft.com/office/drawing/2014/main" val="119707335"/>
                    </a:ext>
                  </a:extLst>
                </a:gridCol>
                <a:gridCol w="7967437">
                  <a:extLst>
                    <a:ext uri="{9D8B030D-6E8A-4147-A177-3AD203B41FA5}">
                      <a16:colId xmlns:a16="http://schemas.microsoft.com/office/drawing/2014/main" val="290922837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Understanding</a:t>
                      </a:r>
                      <a:endParaRPr lang="en-MY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68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Produce a model of device identifier that can predict the section and cluster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Predict/Target?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 and Cluster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3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Setup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dataset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4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column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(CUSTOMER, PROJECT, DEVICE ID, SECTION, CLUSTER)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Machine Learning  - Classification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3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Name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2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Availability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Oiltek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6 project (2 real data + 4 dummy)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UGS – 6 project (2 real data + 4 dummy)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66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the model able to predict correctly?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9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008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4B138-F79B-3190-6C13-DD914FBA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F011D-CEEF-7433-5524-F23B10ACF13E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967482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19" y="1801640"/>
            <a:ext cx="6259455" cy="381010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4739671" y="258561"/>
            <a:ext cx="2242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04AE1-9FFD-5D1C-EA30-76AB0E1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2F06A8-6F34-FB7C-99CA-D5B7B6BA0829}"/>
              </a:ext>
            </a:extLst>
          </p:cNvPr>
          <p:cNvSpPr/>
          <p:nvPr/>
        </p:nvSpPr>
        <p:spPr>
          <a:xfrm>
            <a:off x="3357243" y="663392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A2027        TOTAL DEVICE : 328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0CA3E-626B-CB93-987C-9518012BE204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A2027-S2)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1F1BF-BC42-246A-BEF3-35FBB30A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10" y="1053202"/>
            <a:ext cx="10286971" cy="54531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3692A3-9B0B-DC5B-8A80-F2C1BAA3C152}"/>
              </a:ext>
            </a:extLst>
          </p:cNvPr>
          <p:cNvSpPr/>
          <p:nvPr/>
        </p:nvSpPr>
        <p:spPr>
          <a:xfrm>
            <a:off x="4675663" y="34751"/>
            <a:ext cx="2242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UGS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8220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79647-F271-F17F-14F8-01FF566A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6E8B70-DC69-FF92-CA47-5D65C926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34" y="1180986"/>
            <a:ext cx="6073801" cy="51055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FF0C8E-DEB7-77E9-5323-611C30F53488}"/>
              </a:ext>
            </a:extLst>
          </p:cNvPr>
          <p:cNvSpPr/>
          <p:nvPr/>
        </p:nvSpPr>
        <p:spPr>
          <a:xfrm>
            <a:off x="194180" y="257175"/>
            <a:ext cx="2369561" cy="790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: A1706</a:t>
            </a:r>
          </a:p>
          <a:p>
            <a:r>
              <a:rPr lang="en-MY" sz="1400" dirty="0"/>
              <a:t>CUSTOMER 	: OILTEK</a:t>
            </a:r>
          </a:p>
          <a:p>
            <a:r>
              <a:rPr lang="en-MY" sz="1400" dirty="0"/>
              <a:t>FORMAT DATASET TO 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A24C2-F84D-BA8F-3749-5EF19C48A0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(sheet = A1076_df)</a:t>
            </a:r>
          </a:p>
        </p:txBody>
      </p:sp>
    </p:spTree>
    <p:extLst>
      <p:ext uri="{BB962C8B-B14F-4D97-AF65-F5344CB8AC3E}">
        <p14:creationId xmlns:p14="http://schemas.microsoft.com/office/powerpoint/2010/main" val="3597209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294E8-DB96-89DD-76FD-F0FEDF6D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A863E-898B-B444-42D6-372454A7A07A}"/>
              </a:ext>
            </a:extLst>
          </p:cNvPr>
          <p:cNvSpPr/>
          <p:nvPr/>
        </p:nvSpPr>
        <p:spPr>
          <a:xfrm>
            <a:off x="3861306" y="134065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A1887 TOTAL DEVICE : 286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38E74-41BE-EAF8-7443-9CB7F70C1DEC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A1887-S2)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ED758-7E45-8B88-A1CE-96FED269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58" y="500715"/>
            <a:ext cx="8794965" cy="6092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F83BE-392E-BF69-95E6-E186F278EF24}"/>
              </a:ext>
            </a:extLst>
          </p:cNvPr>
          <p:cNvSpPr txBox="1"/>
          <p:nvPr/>
        </p:nvSpPr>
        <p:spPr>
          <a:xfrm>
            <a:off x="261702" y="500715"/>
            <a:ext cx="1819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Note 16/4/2026</a:t>
            </a:r>
          </a:p>
          <a:p>
            <a:r>
              <a:rPr lang="en-MY" dirty="0">
                <a:solidFill>
                  <a:srgbClr val="FF0000"/>
                </a:solidFill>
              </a:rPr>
              <a:t>DROPOUT OILTEK_A1827</a:t>
            </a:r>
          </a:p>
          <a:p>
            <a:r>
              <a:rPr lang="en-MY" dirty="0">
                <a:solidFill>
                  <a:srgbClr val="FF0000"/>
                </a:solidFill>
              </a:rPr>
              <a:t>UGS_A1887</a:t>
            </a:r>
          </a:p>
        </p:txBody>
      </p:sp>
    </p:spTree>
    <p:extLst>
      <p:ext uri="{BB962C8B-B14F-4D97-AF65-F5344CB8AC3E}">
        <p14:creationId xmlns:p14="http://schemas.microsoft.com/office/powerpoint/2010/main" val="16910973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13286</TotalTime>
  <Words>683</Words>
  <Application>Microsoft Office PowerPoint</Application>
  <PresentationFormat>Widescreen</PresentationFormat>
  <Paragraphs>148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62</cp:revision>
  <dcterms:created xsi:type="dcterms:W3CDTF">2025-11-18T06:28:25Z</dcterms:created>
  <dcterms:modified xsi:type="dcterms:W3CDTF">2026-07-13T09:08:00Z</dcterms:modified>
</cp:coreProperties>
</file>