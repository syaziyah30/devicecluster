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25"/>
  </p:notesMasterIdLst>
  <p:sldIdLst>
    <p:sldId id="256" r:id="rId2"/>
    <p:sldId id="348" r:id="rId3"/>
    <p:sldId id="347" r:id="rId4"/>
    <p:sldId id="346" r:id="rId5"/>
    <p:sldId id="349" r:id="rId6"/>
    <p:sldId id="350" r:id="rId7"/>
    <p:sldId id="351" r:id="rId8"/>
    <p:sldId id="325" r:id="rId9"/>
    <p:sldId id="292" r:id="rId10"/>
    <p:sldId id="328" r:id="rId11"/>
    <p:sldId id="329" r:id="rId12"/>
    <p:sldId id="330" r:id="rId13"/>
    <p:sldId id="331" r:id="rId14"/>
    <p:sldId id="332" r:id="rId15"/>
    <p:sldId id="334" r:id="rId16"/>
    <p:sldId id="335" r:id="rId17"/>
    <p:sldId id="336" r:id="rId18"/>
    <p:sldId id="323" r:id="rId19"/>
    <p:sldId id="333" r:id="rId20"/>
    <p:sldId id="327" r:id="rId21"/>
    <p:sldId id="337" r:id="rId22"/>
    <p:sldId id="338" r:id="rId23"/>
    <p:sldId id="345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FFF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95" autoAdjust="0"/>
    <p:restoredTop sz="94404" autoAdjust="0"/>
  </p:normalViewPr>
  <p:slideViewPr>
    <p:cSldViewPr snapToGrid="0">
      <p:cViewPr>
        <p:scale>
          <a:sx n="75" d="100"/>
          <a:sy n="75" d="100"/>
        </p:scale>
        <p:origin x="628" y="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852334" y="2031999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32688" y="2623180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742572" y="5510874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085088" y="398992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FBC69EE9-61E6-7303-0A59-5C15859B24AD}"/>
              </a:ext>
            </a:extLst>
          </p:cNvPr>
          <p:cNvSpPr/>
          <p:nvPr/>
        </p:nvSpPr>
        <p:spPr>
          <a:xfrm>
            <a:off x="8248682" y="30625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1FF49FC-966C-7225-A56B-A780E3B379C8}"/>
              </a:ext>
            </a:extLst>
          </p:cNvPr>
          <p:cNvSpPr/>
          <p:nvPr/>
        </p:nvSpPr>
        <p:spPr>
          <a:xfrm>
            <a:off x="8248682" y="86358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069666" y="1575151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07685" y="288521"/>
            <a:ext cx="4856577" cy="12347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the output suggestion, only existed 2 CLUSTER :</a:t>
            </a:r>
            <a:br>
              <a:rPr lang="en-US" sz="1600" dirty="0"/>
            </a:br>
            <a:r>
              <a:rPr lang="en-US" sz="1600" dirty="0"/>
              <a:t>- SECTION 3 CLUSTER 1</a:t>
            </a:r>
          </a:p>
          <a:p>
            <a:r>
              <a:rPr lang="en-US" sz="1600" dirty="0"/>
              <a:t>- SECTION 3 CLUSTER 3</a:t>
            </a:r>
            <a:endParaRPr lang="en-US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stCxn id="38" idx="3"/>
            <a:endCxn id="5" idx="0"/>
          </p:cNvCxnSpPr>
          <p:nvPr/>
        </p:nvCxnSpPr>
        <p:spPr>
          <a:xfrm flipH="1">
            <a:off x="8403167" y="1440548"/>
            <a:ext cx="148166" cy="138230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5A68B2-46FC-622C-6228-BCBBB0B415A9}"/>
              </a:ext>
            </a:extLst>
          </p:cNvPr>
          <p:cNvSpPr txBox="1"/>
          <p:nvPr/>
        </p:nvSpPr>
        <p:spPr>
          <a:xfrm>
            <a:off x="5579534" y="2438399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698822" y="1871132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17046</TotalTime>
  <Words>691</Words>
  <Application>Microsoft Office PowerPoint</Application>
  <PresentationFormat>Widescreen</PresentationFormat>
  <Paragraphs>190</Paragraphs>
  <Slides>23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81</cp:revision>
  <dcterms:created xsi:type="dcterms:W3CDTF">2025-11-18T06:28:25Z</dcterms:created>
  <dcterms:modified xsi:type="dcterms:W3CDTF">2026-07-10T06:32:28Z</dcterms:modified>
</cp:coreProperties>
</file>