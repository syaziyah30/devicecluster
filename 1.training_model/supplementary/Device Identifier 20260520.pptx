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325" r:id="rId3"/>
    <p:sldId id="292" r:id="rId4"/>
    <p:sldId id="328" r:id="rId5"/>
    <p:sldId id="329" r:id="rId6"/>
    <p:sldId id="330" r:id="rId7"/>
    <p:sldId id="323" r:id="rId8"/>
    <p:sldId id="327" r:id="rId9"/>
    <p:sldId id="32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15/6/2026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797917" y="1708493"/>
            <a:ext cx="6596165" cy="37671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2907498" y="730987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6845315" y="768096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9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13918</TotalTime>
  <Words>325</Words>
  <Application>Microsoft Office PowerPoint</Application>
  <PresentationFormat>Widescreen</PresentationFormat>
  <Paragraphs>86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68</cp:revision>
  <dcterms:created xsi:type="dcterms:W3CDTF">2025-11-18T06:28:25Z</dcterms:created>
  <dcterms:modified xsi:type="dcterms:W3CDTF">2026-06-15T09:09:49Z</dcterms:modified>
</cp:coreProperties>
</file>