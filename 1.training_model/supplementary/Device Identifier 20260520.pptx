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30"/>
  </p:notesMasterIdLst>
  <p:sldIdLst>
    <p:sldId id="256" r:id="rId2"/>
    <p:sldId id="325" r:id="rId3"/>
    <p:sldId id="292" r:id="rId4"/>
    <p:sldId id="328" r:id="rId5"/>
    <p:sldId id="329" r:id="rId6"/>
    <p:sldId id="330" r:id="rId7"/>
    <p:sldId id="331" r:id="rId8"/>
    <p:sldId id="332" r:id="rId9"/>
    <p:sldId id="334" r:id="rId10"/>
    <p:sldId id="335" r:id="rId11"/>
    <p:sldId id="336" r:id="rId12"/>
    <p:sldId id="323" r:id="rId13"/>
    <p:sldId id="333" r:id="rId14"/>
    <p:sldId id="327" r:id="rId15"/>
    <p:sldId id="337" r:id="rId16"/>
    <p:sldId id="338" r:id="rId17"/>
    <p:sldId id="345" r:id="rId18"/>
    <p:sldId id="348" r:id="rId19"/>
    <p:sldId id="347" r:id="rId20"/>
    <p:sldId id="346" r:id="rId21"/>
    <p:sldId id="349" r:id="rId22"/>
    <p:sldId id="340" r:id="rId23"/>
    <p:sldId id="341" r:id="rId24"/>
    <p:sldId id="342" r:id="rId25"/>
    <p:sldId id="343" r:id="rId26"/>
    <p:sldId id="344" r:id="rId27"/>
    <p:sldId id="339" r:id="rId28"/>
    <p:sldId id="326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5" autoAdjust="0"/>
    <p:restoredTop sz="94404" autoAdjust="0"/>
  </p:normalViewPr>
  <p:slideViewPr>
    <p:cSldViewPr snapToGrid="0">
      <p:cViewPr>
        <p:scale>
          <a:sx n="75" d="100"/>
          <a:sy n="75" d="100"/>
        </p:scale>
        <p:origin x="628" y="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852334" y="2031999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35817" cy="434702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702866" y="1454985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702866" y="2639451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61776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31277" y="5403015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98982" y="274105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742572" y="5510874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085088" y="398992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BC69EE9-61E6-7303-0A59-5C15859B24AD}"/>
              </a:ext>
            </a:extLst>
          </p:cNvPr>
          <p:cNvSpPr/>
          <p:nvPr/>
        </p:nvSpPr>
        <p:spPr>
          <a:xfrm>
            <a:off x="8248682" y="30625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1FF49FC-966C-7225-A56B-A780E3B379C8}"/>
              </a:ext>
            </a:extLst>
          </p:cNvPr>
          <p:cNvSpPr/>
          <p:nvPr/>
        </p:nvSpPr>
        <p:spPr>
          <a:xfrm>
            <a:off x="8248682" y="86358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594600" y="1600186"/>
            <a:ext cx="3437466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07685" y="246202"/>
            <a:ext cx="4856577" cy="12347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the output suggestion, only existed 2 CLUSTER :</a:t>
            </a:r>
            <a:br>
              <a:rPr lang="en-US" sz="1600" dirty="0"/>
            </a:br>
            <a:r>
              <a:rPr lang="en-US" sz="1600" dirty="0"/>
              <a:t>- SECTION 3 CLUSTER 1</a:t>
            </a:r>
          </a:p>
          <a:p>
            <a:r>
              <a:rPr lang="en-US" sz="1600" dirty="0"/>
              <a:t>- SECTION 3 CLUSTER 3</a:t>
            </a:r>
            <a:endParaRPr lang="en-US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9B5239-01F7-5278-045D-D1322E2A1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A1605D-5D1E-EDBE-F572-CAB90087A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30" y="834257"/>
            <a:ext cx="11225340" cy="422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4947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7A65AB-AC8B-E75F-C163-65E46DA41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D221936-6A07-FD66-77B4-838B67CE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1" y="768296"/>
            <a:ext cx="11760283" cy="4727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4977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508EEB-83E1-FE34-FBB2-F0A5C5BB0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47D144-5AF1-F28C-46AD-383B6408B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88" y="793788"/>
            <a:ext cx="11850624" cy="4804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0241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FF05AB-7C89-1BF7-F26B-63C404989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686BD3A-DF54-C3CD-0F89-03B0C908F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429777"/>
            <a:ext cx="11292840" cy="5674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165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55D8A5-C254-651B-CC56-AE285B642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F805763-6208-DADC-6737-7CA8A78D1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405675"/>
            <a:ext cx="11798770" cy="3916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1740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0CB6C-B096-BB44-8555-A2557FD63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68872-E89A-7E2D-B8EA-C5CC5FE89B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455591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16892</TotalTime>
  <Words>687</Words>
  <Application>Microsoft Office PowerPoint</Application>
  <PresentationFormat>Widescreen</PresentationFormat>
  <Paragraphs>189</Paragraphs>
  <Slides>28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80</cp:revision>
  <dcterms:created xsi:type="dcterms:W3CDTF">2025-11-18T06:28:25Z</dcterms:created>
  <dcterms:modified xsi:type="dcterms:W3CDTF">2026-07-10T03:59:02Z</dcterms:modified>
</cp:coreProperties>
</file>