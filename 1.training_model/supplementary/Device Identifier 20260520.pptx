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18"/>
  </p:notesMasterIdLst>
  <p:sldIdLst>
    <p:sldId id="256" r:id="rId2"/>
    <p:sldId id="325" r:id="rId3"/>
    <p:sldId id="292" r:id="rId4"/>
    <p:sldId id="328" r:id="rId5"/>
    <p:sldId id="329" r:id="rId6"/>
    <p:sldId id="330" r:id="rId7"/>
    <p:sldId id="331" r:id="rId8"/>
    <p:sldId id="332" r:id="rId9"/>
    <p:sldId id="334" r:id="rId10"/>
    <p:sldId id="335" r:id="rId11"/>
    <p:sldId id="336" r:id="rId12"/>
    <p:sldId id="323" r:id="rId13"/>
    <p:sldId id="333" r:id="rId14"/>
    <p:sldId id="327" r:id="rId15"/>
    <p:sldId id="337" r:id="rId16"/>
    <p:sldId id="326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F6F9"/>
    <a:srgbClr val="FFFF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695" autoAdjust="0"/>
    <p:restoredTop sz="94404" autoAdjust="0"/>
  </p:normalViewPr>
  <p:slideViewPr>
    <p:cSldViewPr snapToGrid="0">
      <p:cViewPr>
        <p:scale>
          <a:sx n="125" d="100"/>
          <a:sy n="125" d="100"/>
        </p:scale>
        <p:origin x="-2028" y="-200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7/7/2026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54B8-8657-C20F-58A7-8F453E4CA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914B0-D763-1ACA-2A67-D6D7E2421B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2E6674-47D8-50B1-8B70-FE3AFFD55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510E1C-A6AC-0A8B-FF26-0580D6C5E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040400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F1655-1C27-90A4-71E8-FBD974FD2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A174-83FD-E504-803C-F9C8933ADE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1B9EE-8786-6B4F-F0DD-1A24E61F0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C6B27-D333-CB81-027E-D188F9EAB2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291547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D6A45-5345-C119-2077-2724690AF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56EFF-512F-DCC6-60FB-9B500E0FE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7DE9F1-36AD-FE8F-9117-24D636617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F4BF3F-9B0A-ED03-3308-B1B55354E5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643684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C51A4-DF0B-FDE9-7E77-505DF0963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F12C7-7B82-5718-D799-1E0BDF7D0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C14063-9072-7B10-13CD-D171858848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3D2FF-9922-1F5C-63D9-3AD351D33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790544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4A910-8722-BE0D-ECC6-AE331ECAD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FF1B51-0D4E-F4D9-C462-F4905C8AA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1BCF9F-3AF4-EF24-64C9-01366B660C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CF6CA-73F6-4CE7-341F-2286B37A04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022489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3B1C6-08A7-B48E-D8A5-6541AA44C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09EC7-6617-C98F-730D-7917E77BE0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767383-9CFA-16F3-F36C-F09AD56645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3DC4DE-87B6-AD78-A525-5872D2BF7E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802211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D43E-08A9-9AD5-17D1-61004101E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426B85-DB9B-3A16-2A31-AFA633013F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E4AFCF-8283-A79C-8CA0-9CF7E0E30E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E8708-6453-57D5-13DA-E78CAD0606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5418859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23BA2-7F7E-D5BA-743C-2EE91E241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514E0F-D08A-F797-D9AA-057E867C1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2F6581-196D-E8E3-B171-D11FAD4141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A6234-8F53-E551-DA84-100BCDA6B3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0516661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A8A5-B833-7343-7209-908FCBD75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FF2406-0A14-1D35-AADE-48E362C8D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E63FA9-DD4D-5EC8-EE1A-889D4CEABE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20576-8B22-42DB-81CB-9C73999956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8520503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BB1E2-2CB1-5021-75E5-CF6CCD57D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700753-6D9B-7CA5-2453-C840953518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44659-0B80-A575-79ED-8829A738DB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108B5-6282-34C4-DE56-EADE45190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7372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7/7/2026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7/7/2026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7/7/2026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7/7/2026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7/7/2026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7/7/2026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7/7/2026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7/7/2026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7/7/2026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7/7/2026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7/7/2026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7/7/2026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7/7/2026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7/7/2026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7/7/2026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7/7/2026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7/7/2026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7/7/2026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87876A-373C-4675-FD3D-7DB0A7CF37C8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68DD4B-6101-9B54-2013-B930C6F32152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3A1BAA-8A37-06A4-CFA7-3DA154A8EA4B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A009BAE-D44D-F5B4-9F55-A99E839A952E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90989D-EB23-A7D3-7439-DABFD06D0794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9F5D1E-CD6A-7D48-EB4E-8860169D6207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4D3ED68-A5CA-A2A1-EC69-C01276A330DC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0B1280C-E353-29EA-5158-E1ACE8A858C7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D366D70-1510-CF42-1823-4E988A8D80C1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28F39D8-A364-A491-5B2C-429E1032BE64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6FEF42E-4656-8981-D383-06817A37F08A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9FC763D-AB16-C05E-FCAC-17C951C51634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6460963-CA31-955B-1356-B12770A46D1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9ABED89-3B8F-B118-E340-A5A5A1816223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DBScan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56C5957-EB4A-DF08-B3C1-09B043758ADD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26D2039-7C65-8931-F540-0D055AB19AF1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42A3614-9713-4F95-B94F-13D4FCEF8B52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BFFE8D3-AC92-50AC-C6B5-A8171747AB17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2EBA51A-B89B-4B76-F652-7D3A5839B008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C3DC5C35-9205-120B-F8B2-E5B5DF7F3564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A5A4D9E-2892-9ACD-3EA3-E817A29BC06F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9568AF-D5BB-AD82-2087-B821887A488F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971072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902164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908642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954662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954662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908642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93FB64-D419-E58A-F044-A9F734C4F122}"/>
              </a:ext>
            </a:extLst>
          </p:cNvPr>
          <p:cNvSpPr/>
          <p:nvPr/>
        </p:nvSpPr>
        <p:spPr>
          <a:xfrm>
            <a:off x="7578550" y="2315001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F24791-8CA7-8C60-E9D6-9C21FA1313FF}"/>
              </a:ext>
            </a:extLst>
          </p:cNvPr>
          <p:cNvSpPr/>
          <p:nvPr/>
        </p:nvSpPr>
        <p:spPr>
          <a:xfrm>
            <a:off x="7744932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895EBC-EE4A-1C83-51C4-A2C198BC6973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8202078" y="2582978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F518B-49C6-F9C6-3337-EFCE0F2F2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E84C4A-89FD-49A5-43B2-CB78F59C2357}"/>
              </a:ext>
            </a:extLst>
          </p:cNvPr>
          <p:cNvSpPr/>
          <p:nvPr/>
        </p:nvSpPr>
        <p:spPr>
          <a:xfrm>
            <a:off x="6202582" y="271628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 from DB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0B3B4F-12A2-8155-43AC-83F9C978ECFD}"/>
              </a:ext>
            </a:extLst>
          </p:cNvPr>
          <p:cNvSpPr/>
          <p:nvPr/>
        </p:nvSpPr>
        <p:spPr>
          <a:xfrm>
            <a:off x="5659025" y="4280696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99D534-946B-243C-39ED-8C44A67091A7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(15.06.2026)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607B8A-8D96-E00D-D73A-BF6C50AB13BC}"/>
              </a:ext>
            </a:extLst>
          </p:cNvPr>
          <p:cNvSpPr/>
          <p:nvPr/>
        </p:nvSpPr>
        <p:spPr>
          <a:xfrm>
            <a:off x="1273884" y="3502038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3F11E6-D2CB-AC79-027E-DF0DE17CEA8C}"/>
              </a:ext>
            </a:extLst>
          </p:cNvPr>
          <p:cNvSpPr/>
          <p:nvPr/>
        </p:nvSpPr>
        <p:spPr>
          <a:xfrm>
            <a:off x="1273882" y="2578246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201FE1B-7455-9494-22BF-97A996CF2CDE}"/>
              </a:ext>
            </a:extLst>
          </p:cNvPr>
          <p:cNvSpPr/>
          <p:nvPr/>
        </p:nvSpPr>
        <p:spPr>
          <a:xfrm>
            <a:off x="5860891" y="1945583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E1FD67D6-78E0-EBC7-0ED3-21B26BE3D21C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3514495" y="1883200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6112195-1E3D-543F-F968-72A97F258EA7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7396801" y="3741487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5EE75BE-3612-F551-D438-F7DB493841A6}"/>
              </a:ext>
            </a:extLst>
          </p:cNvPr>
          <p:cNvSpPr/>
          <p:nvPr/>
        </p:nvSpPr>
        <p:spPr>
          <a:xfrm>
            <a:off x="7668335" y="2351577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58DF7AD-871B-3DF9-911E-3B52132E3B48}"/>
              </a:ext>
            </a:extLst>
          </p:cNvPr>
          <p:cNvSpPr/>
          <p:nvPr/>
        </p:nvSpPr>
        <p:spPr>
          <a:xfrm>
            <a:off x="7733117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360D670-94B6-F36D-97D7-090E553DFF32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193317" y="2619554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AA1769A-EBD1-F1AB-D7BA-8CFE6EE9A7EE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514495" y="3741487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BD9EFA7-3A93-1EC0-8F25-C4BA8C18C392}"/>
              </a:ext>
            </a:extLst>
          </p:cNvPr>
          <p:cNvSpPr/>
          <p:nvPr/>
        </p:nvSpPr>
        <p:spPr>
          <a:xfrm>
            <a:off x="6129892" y="5349020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7F948B9D-EA3B-0B8F-331F-DE2090EF22C2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7396801" y="4878202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BE036D93-D98B-C382-E296-F52A73A7B557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2394189" y="2916773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25CCC409-F1AE-CF70-A85B-6F6D5652E4B1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907F865-3B7A-FDD9-000D-9F76F56AD918}"/>
              </a:ext>
            </a:extLst>
          </p:cNvPr>
          <p:cNvSpPr/>
          <p:nvPr/>
        </p:nvSpPr>
        <p:spPr>
          <a:xfrm>
            <a:off x="5866638" y="1653081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92F43E-03F0-E2B1-0F62-774436E180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193317" y="3132802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3405ADF-43F7-18B8-FF61-F5B1361CDE36}"/>
              </a:ext>
            </a:extLst>
          </p:cNvPr>
          <p:cNvSpPr/>
          <p:nvPr/>
        </p:nvSpPr>
        <p:spPr>
          <a:xfrm>
            <a:off x="7733117" y="3324782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57B9C79-4FF9-C00B-2017-6A66F5B48B1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8671778" y="5484012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BA3F821-0DE9-BA71-5F0E-568D72DD7461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8943213" y="1883199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CA3494B0-09CE-651B-735D-F376AEFC5A91}"/>
              </a:ext>
            </a:extLst>
          </p:cNvPr>
          <p:cNvSpPr/>
          <p:nvPr/>
        </p:nvSpPr>
        <p:spPr>
          <a:xfrm>
            <a:off x="3210375" y="1803916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4E914B67-FA78-E37B-3115-9588220D3D12}"/>
              </a:ext>
            </a:extLst>
          </p:cNvPr>
          <p:cNvCxnSpPr>
            <a:cxnSpLocks/>
          </p:cNvCxnSpPr>
          <p:nvPr/>
        </p:nvCxnSpPr>
        <p:spPr>
          <a:xfrm>
            <a:off x="10276309" y="1883199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1F1C4E4E-01ED-0629-31A9-4AC084D82F1D}"/>
              </a:ext>
            </a:extLst>
          </p:cNvPr>
          <p:cNvSpPr/>
          <p:nvPr/>
        </p:nvSpPr>
        <p:spPr>
          <a:xfrm>
            <a:off x="7573894" y="1040528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FCB62BBF-02DD-7CD1-BC5A-1F7ACB214356}"/>
              </a:ext>
            </a:extLst>
          </p:cNvPr>
          <p:cNvSpPr/>
          <p:nvPr/>
        </p:nvSpPr>
        <p:spPr>
          <a:xfrm>
            <a:off x="4576888" y="4445347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49EA3528-2301-BB15-D6C2-1FA2F342CD89}"/>
              </a:ext>
            </a:extLst>
          </p:cNvPr>
          <p:cNvSpPr/>
          <p:nvPr/>
        </p:nvSpPr>
        <p:spPr>
          <a:xfrm>
            <a:off x="710902" y="2966839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13382E64-992A-5CDF-DA48-D564A9140A92}"/>
              </a:ext>
            </a:extLst>
          </p:cNvPr>
          <p:cNvCxnSpPr>
            <a:cxnSpLocks/>
          </p:cNvCxnSpPr>
          <p:nvPr/>
        </p:nvCxnSpPr>
        <p:spPr>
          <a:xfrm flipH="1">
            <a:off x="8956415" y="1880759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DF01BB12-1A72-61BA-C004-C1BE808E5888}"/>
              </a:ext>
            </a:extLst>
          </p:cNvPr>
          <p:cNvCxnSpPr>
            <a:cxnSpLocks/>
          </p:cNvCxnSpPr>
          <p:nvPr/>
        </p:nvCxnSpPr>
        <p:spPr>
          <a:xfrm>
            <a:off x="7451637" y="894634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C9ABE3DD-7F1B-8CD5-4B7C-ACC971DC1871}"/>
              </a:ext>
            </a:extLst>
          </p:cNvPr>
          <p:cNvSpPr/>
          <p:nvPr/>
        </p:nvSpPr>
        <p:spPr>
          <a:xfrm>
            <a:off x="6225238" y="2351577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475E58-7F22-5D3A-1D6E-F3C07B4E01F8}"/>
              </a:ext>
            </a:extLst>
          </p:cNvPr>
          <p:cNvSpPr/>
          <p:nvPr/>
        </p:nvSpPr>
        <p:spPr>
          <a:xfrm>
            <a:off x="6391620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2D015BD-B6C2-F283-5F2B-E6FCBB61B90B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6848766" y="2619554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79609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C77DE-B76F-4F1E-EDD9-CE0CD4B3F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3994906-2372-B4D2-223B-D905720044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8500"/>
          <a:stretch>
            <a:fillRect/>
          </a:stretch>
        </p:blipFill>
        <p:spPr>
          <a:xfrm>
            <a:off x="219309" y="2178819"/>
            <a:ext cx="6172347" cy="3525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524626C-3F36-D1AC-04D4-8AFF240984B3}"/>
              </a:ext>
            </a:extLst>
          </p:cNvPr>
          <p:cNvSpPr/>
          <p:nvPr/>
        </p:nvSpPr>
        <p:spPr>
          <a:xfrm>
            <a:off x="3209250" y="292075"/>
            <a:ext cx="6102683" cy="5674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000" b="1" dirty="0"/>
              <a:t>SQL : </a:t>
            </a:r>
            <a:r>
              <a:rPr lang="en-MY" sz="4000" dirty="0"/>
              <a:t>From DB to Json</a:t>
            </a:r>
            <a:endParaRPr lang="en-MY" sz="4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F26C49-B91E-5061-F81B-CB6DD35A74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937"/>
          <a:stretch>
            <a:fillRect/>
          </a:stretch>
        </p:blipFill>
        <p:spPr>
          <a:xfrm>
            <a:off x="8749895" y="1688399"/>
            <a:ext cx="2542945" cy="4505954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CC88C422-744D-5DCF-988F-D10AD46473D5}"/>
              </a:ext>
            </a:extLst>
          </p:cNvPr>
          <p:cNvSpPr/>
          <p:nvPr/>
        </p:nvSpPr>
        <p:spPr>
          <a:xfrm>
            <a:off x="6903720" y="3346704"/>
            <a:ext cx="1325880" cy="7315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2388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9C1AEF-691B-A95B-1F83-8D297EB6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B802F5-DEEB-EEB0-FF97-A42EB4EB2F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138" y="954783"/>
            <a:ext cx="5868219" cy="277216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602382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222BB4-E5E8-E925-90A0-2C3082D2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07C17FA-B6A8-B16D-4963-8E376401C3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25" t="537" r="17350" b="-537"/>
          <a:stretch>
            <a:fillRect/>
          </a:stretch>
        </p:blipFill>
        <p:spPr>
          <a:xfrm>
            <a:off x="5373551" y="817962"/>
            <a:ext cx="6083881" cy="52220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9CD4A6-8A4A-78B4-07C1-7E0686FA18EC}"/>
              </a:ext>
            </a:extLst>
          </p:cNvPr>
          <p:cNvSpPr txBox="1"/>
          <p:nvPr/>
        </p:nvSpPr>
        <p:spPr>
          <a:xfrm>
            <a:off x="734568" y="2282648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11577505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F2548E-9A0F-EFA7-4A68-4D96B0D0C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993614A-CAD1-31A5-3EFA-9390AA2C9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5979" y="155448"/>
            <a:ext cx="3536954" cy="63318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9596CD-7BBB-CEC9-93CC-478D5B0263B2}"/>
              </a:ext>
            </a:extLst>
          </p:cNvPr>
          <p:cNvSpPr txBox="1"/>
          <p:nvPr/>
        </p:nvSpPr>
        <p:spPr>
          <a:xfrm>
            <a:off x="2645664" y="2246072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38295168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74FC99-A45C-0AF5-3285-F7CDED9B0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D6C2B62-5893-281D-5012-E1D6AB3648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891" y="462541"/>
            <a:ext cx="11268364" cy="6151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9715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63C6A8-F0B0-B9B5-11F3-6549BC2E4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884E8E-DC53-ED07-F5B2-5AB8FD3B78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5672"/>
          <a:stretch>
            <a:fillRect/>
          </a:stretch>
        </p:blipFill>
        <p:spPr>
          <a:xfrm>
            <a:off x="4095263" y="194236"/>
            <a:ext cx="3072156" cy="203172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F86239A-4847-9967-4D9B-6E6B46C528B9}"/>
              </a:ext>
            </a:extLst>
          </p:cNvPr>
          <p:cNvSpPr/>
          <p:nvPr/>
        </p:nvSpPr>
        <p:spPr>
          <a:xfrm>
            <a:off x="952408" y="3471711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yes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FFFEAA-7AC2-0DCA-84BF-3710DB62E113}"/>
              </a:ext>
            </a:extLst>
          </p:cNvPr>
          <p:cNvSpPr/>
          <p:nvPr/>
        </p:nvSpPr>
        <p:spPr>
          <a:xfrm>
            <a:off x="2960254" y="3447462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no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72E4AB-9DCB-140D-C7D3-1F318FE28757}"/>
              </a:ext>
            </a:extLst>
          </p:cNvPr>
          <p:cNvSpPr/>
          <p:nvPr/>
        </p:nvSpPr>
        <p:spPr>
          <a:xfrm>
            <a:off x="1498691" y="2733963"/>
            <a:ext cx="1616364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2C2733A-C5C1-511B-F181-2440E3418A76}"/>
              </a:ext>
            </a:extLst>
          </p:cNvPr>
          <p:cNvSpPr/>
          <p:nvPr/>
        </p:nvSpPr>
        <p:spPr>
          <a:xfrm>
            <a:off x="2581563" y="4121715"/>
            <a:ext cx="1513700" cy="8266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Remain in JSON dump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D42ED7B-ABFE-F62E-1F54-9BC25461DE0E}"/>
              </a:ext>
            </a:extLst>
          </p:cNvPr>
          <p:cNvSpPr/>
          <p:nvPr/>
        </p:nvSpPr>
        <p:spPr>
          <a:xfrm>
            <a:off x="662708" y="4121715"/>
            <a:ext cx="1780312" cy="14385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Suggestion similarity </a:t>
            </a:r>
          </a:p>
          <a:p>
            <a:pPr algn="ctr"/>
            <a:r>
              <a:rPr lang="en-MY" dirty="0"/>
              <a:t>(section, cluster)</a:t>
            </a:r>
          </a:p>
          <a:p>
            <a:pPr algn="ctr"/>
            <a:r>
              <a:rPr lang="en-MY" dirty="0"/>
              <a:t>Type – auto save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EC2860-748A-6AE7-0A6F-620BD0EF8650}"/>
              </a:ext>
            </a:extLst>
          </p:cNvPr>
          <p:cNvSpPr/>
          <p:nvPr/>
        </p:nvSpPr>
        <p:spPr>
          <a:xfrm>
            <a:off x="8070629" y="2477660"/>
            <a:ext cx="2902171" cy="7435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KNOWN</a:t>
            </a:r>
          </a:p>
          <a:p>
            <a:pPr algn="ctr"/>
            <a:r>
              <a:rPr lang="en-MY" dirty="0"/>
              <a:t>CLUSTERED GROUP (Table)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E4C5973-A38A-247F-CD74-112309E3B853}"/>
              </a:ext>
            </a:extLst>
          </p:cNvPr>
          <p:cNvSpPr/>
          <p:nvPr/>
        </p:nvSpPr>
        <p:spPr>
          <a:xfrm>
            <a:off x="900545" y="1702961"/>
            <a:ext cx="2757055" cy="7458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UNKNOWN </a:t>
            </a:r>
          </a:p>
          <a:p>
            <a:pPr algn="ctr"/>
            <a:r>
              <a:rPr lang="en-MY" dirty="0"/>
              <a:t>Pending Table (JSON dump)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7B8C209-9597-A14F-603B-6BCBBF0C12EE}"/>
              </a:ext>
            </a:extLst>
          </p:cNvPr>
          <p:cNvSpPr/>
          <p:nvPr/>
        </p:nvSpPr>
        <p:spPr>
          <a:xfrm>
            <a:off x="662707" y="5757712"/>
            <a:ext cx="1780311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</p:spTree>
    <p:extLst>
      <p:ext uri="{BB962C8B-B14F-4D97-AF65-F5344CB8AC3E}">
        <p14:creationId xmlns:p14="http://schemas.microsoft.com/office/powerpoint/2010/main" val="30848592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4E7790-0FE5-5850-E719-AAEEC5151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332B888-82CD-248D-FF45-1566626422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327" y="238991"/>
            <a:ext cx="4253345" cy="6380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9224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ACD256-33A7-D0D5-C7EF-8E8F35880E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137" y="761580"/>
            <a:ext cx="9215725" cy="31636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5FF316-854E-20A1-7324-B95140572A91}"/>
              </a:ext>
            </a:extLst>
          </p:cNvPr>
          <p:cNvSpPr txBox="1"/>
          <p:nvPr/>
        </p:nvSpPr>
        <p:spPr>
          <a:xfrm>
            <a:off x="2816352" y="4498848"/>
            <a:ext cx="68870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 Project A1825 -  LIPICO : CR___SPD refer to Control Valve/VSD.</a:t>
            </a:r>
          </a:p>
          <a:p>
            <a:endParaRPr lang="en-US" dirty="0"/>
          </a:p>
          <a:p>
            <a:r>
              <a:rPr lang="en-US" dirty="0"/>
              <a:t>But for CR refer to agitator.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Hence the model unable to captured what is the right device type for this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2B0890-8A74-DADB-7E71-29F6EA68B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D9A7D9-EE79-6F45-85FB-F8959616D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034" y="942526"/>
            <a:ext cx="9634933" cy="4836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8496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0F46A2-011D-3546-0B8A-E87BD8F1A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32F23-4670-2ED4-3919-B3B8454E3933}"/>
              </a:ext>
            </a:extLst>
          </p:cNvPr>
          <p:cNvSpPr txBox="1"/>
          <p:nvPr/>
        </p:nvSpPr>
        <p:spPr>
          <a:xfrm>
            <a:off x="1063259" y="2767280"/>
            <a:ext cx="48524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/>
              <a:t>DeviceIdentifierLibrary</a:t>
            </a:r>
            <a:endParaRPr lang="en-US" sz="4000" dirty="0"/>
          </a:p>
          <a:p>
            <a:pPr algn="ctr"/>
            <a:r>
              <a:rPr lang="en-US" sz="4000" dirty="0"/>
              <a:t>workflow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0A2A64-8894-0919-1FE3-D9F8E44114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9284" y="230886"/>
            <a:ext cx="4264152" cy="6396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7181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27B9EAB-1DE9-6B8F-A341-AC012457782D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model</a:t>
            </a:r>
          </a:p>
          <a:p>
            <a:pPr algn="ctr"/>
            <a:r>
              <a:rPr lang="en-US" b="1" dirty="0"/>
              <a:t>(N = 1132)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Remove duplication = 1123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Training = 786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Validating =168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Testing = 169</a:t>
            </a:r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DC8152-7222-4F06-2D8C-791E62A76AEC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Model Application</a:t>
            </a:r>
          </a:p>
          <a:p>
            <a:pPr algn="ctr"/>
            <a:r>
              <a:rPr lang="en-US" b="1" dirty="0"/>
              <a:t>(N = 385)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Known = 250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UNKNOWN= 135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131727-3BA4-1520-49BA-008E7ABA0837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 err="1"/>
              <a:t>reference_df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algn="ctr"/>
            <a:r>
              <a:rPr lang="en-US" sz="1600" b="1" dirty="0" err="1"/>
              <a:t>master_df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0103C6D-3129-51B2-CA29-9A68872238A8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F1397EE-26FB-DFCB-B3B3-2DA1C530F9D7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02BC164-8691-C2F6-B714-A26EAEE37146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8BE4226-53F3-2D4E-4F9F-BFADA6F3E2B0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UNKNOWN</a:t>
            </a:r>
          </a:p>
          <a:p>
            <a:pPr algn="ctr"/>
            <a:r>
              <a:rPr lang="en-US" b="1" dirty="0"/>
              <a:t>(N = 135)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DeviceType</a:t>
            </a:r>
            <a:r>
              <a:rPr lang="en-US" sz="1600" dirty="0"/>
              <a:t>    = 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DeviceSection</a:t>
            </a:r>
            <a:r>
              <a:rPr lang="en-US" sz="1600" dirty="0"/>
              <a:t> = 6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DeviceCluster</a:t>
            </a:r>
            <a:r>
              <a:rPr lang="en-US" sz="1600" dirty="0"/>
              <a:t> = 106 [PREDICTION % BY THE MODEL]</a:t>
            </a:r>
          </a:p>
          <a:p>
            <a:pPr lvl="3"/>
            <a:r>
              <a:rPr lang="en-US" sz="1600" dirty="0"/>
              <a:t> = suggest % the top 3</a:t>
            </a:r>
          </a:p>
          <a:p>
            <a:pPr lvl="3"/>
            <a:r>
              <a:rPr lang="en-US" sz="1600" dirty="0"/>
              <a:t>Action = remove the LV distance and similarity</a:t>
            </a:r>
          </a:p>
        </p:txBody>
      </p:sp>
    </p:spTree>
    <p:extLst>
      <p:ext uri="{BB962C8B-B14F-4D97-AF65-F5344CB8AC3E}">
        <p14:creationId xmlns:p14="http://schemas.microsoft.com/office/powerpoint/2010/main" val="16439009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D954D-6BAB-E5BB-EDE6-E99E9E8B7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51F36-2B91-1D55-6FDC-91FFF40B05A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73312710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16258</TotalTime>
  <Words>463</Words>
  <Application>Microsoft Office PowerPoint</Application>
  <PresentationFormat>Widescreen</PresentationFormat>
  <Paragraphs>135</Paragraphs>
  <Slides>16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Arial</vt:lpstr>
      <vt:lpstr>Tw Cen MT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77</cp:revision>
  <dcterms:created xsi:type="dcterms:W3CDTF">2025-11-18T06:28:25Z</dcterms:created>
  <dcterms:modified xsi:type="dcterms:W3CDTF">2026-07-07T09:07:49Z</dcterms:modified>
</cp:coreProperties>
</file>