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6" r:id="rId2"/>
    <p:sldId id="325" r:id="rId3"/>
    <p:sldId id="292" r:id="rId4"/>
    <p:sldId id="328" r:id="rId5"/>
    <p:sldId id="329" r:id="rId6"/>
    <p:sldId id="330" r:id="rId7"/>
    <p:sldId id="331" r:id="rId8"/>
    <p:sldId id="332" r:id="rId9"/>
    <p:sldId id="334" r:id="rId10"/>
    <p:sldId id="335" r:id="rId11"/>
    <p:sldId id="336" r:id="rId12"/>
    <p:sldId id="323" r:id="rId13"/>
    <p:sldId id="333" r:id="rId14"/>
    <p:sldId id="327" r:id="rId15"/>
    <p:sldId id="32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F6F9"/>
    <a:srgbClr val="FFF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4404" autoAdjust="0"/>
  </p:normalViewPr>
  <p:slideViewPr>
    <p:cSldViewPr snapToGrid="0">
      <p:cViewPr varScale="1">
        <p:scale>
          <a:sx n="104" d="100"/>
          <a:sy n="104" d="100"/>
        </p:scale>
        <p:origin x="93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8B80A-F233-4240-BDAF-6537AE249829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833E0-5E66-4D1D-89F5-BD860FDD8F7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126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454B8-8657-C20F-58A7-8F453E4C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914B0-D763-1ACA-2A67-D6D7E2421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E6674-47D8-50B1-8B70-FE3AFFD5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10E1C-A6AC-0A8B-FF26-0580D6C5E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4040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1655-1C27-90A4-71E8-FBD974FD2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2A174-83FD-E504-803C-F9C8933AD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1B9EE-8786-6B4F-F0DD-1A24E61F0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6B27-D333-CB81-027E-D188F9EAB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9154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6A45-5345-C119-2077-2724690A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56EFF-512F-DCC6-60FB-9B500E0FE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DE9F1-36AD-FE8F-9117-24D636617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4BF3F-9B0A-ED03-3308-B1B55354E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4368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51A4-DF0B-FDE9-7E77-505DF096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F12C7-7B82-5718-D799-1E0BDF7D0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14063-9072-7B10-13CD-D1718588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3D2FF-9922-1F5C-63D9-3AD351D3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9054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A910-8722-BE0D-ECC6-AE331ECAD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1B51-0D4E-F4D9-C462-F4905C8AA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BCF9F-3AF4-EF24-64C9-01366B660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CF6CA-73F6-4CE7-341F-2286B37A0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2248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B1C6-08A7-B48E-D8A5-6541AA44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9EC7-6617-C98F-730D-7917E77BE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67383-9CFA-16F3-F36C-F09AD5664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DC4DE-87B6-AD78-A525-5872D2BF7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0221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D43E-08A9-9AD5-17D1-61004101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26B85-DB9B-3A16-2A31-AFA633013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4AFCF-8283-A79C-8CA0-9CF7E0E30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E8708-6453-57D5-13DA-E78CAD060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4188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23BA2-7F7E-D5BA-743C-2EE91E241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14E0F-D08A-F797-D9AA-057E867C1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F6581-196D-E8E3-B171-D11FAD414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A6234-8F53-E551-DA84-100BCDA6B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05166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267B-B82B-1EDC-363F-2C9961D70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7EDB8-B816-FA3D-09DD-5351C110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9C20B-29BD-CFE3-AAB6-D25BDE1AD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6E11-1359-6B01-777F-A6EC056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3408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A8A5-B833-7343-7209-908FCBD7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F2406-0A14-1D35-AADE-48E362C8D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63FA9-DD4D-5EC8-EE1A-889D4CEAB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20576-8B22-42DB-81CB-9C7399995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85205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B1E2-2CB1-5021-75E5-CF6CCD57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00753-6D9B-7CA5-2453-C84095351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44659-0B80-A575-79ED-8829A738D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108B5-6282-34C4-DE56-EADE45190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7372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50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98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9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006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77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645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680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546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7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8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461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675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0709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6895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76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39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D01395-AC05-405C-BAB9-E5D2B9FDBB40}" type="datetimeFigureOut">
              <a:rPr lang="en-MY" smtClean="0"/>
              <a:t>3/7/2026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061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A8BF-74AE-1522-7BD3-7F764B4CF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Update </a:t>
            </a:r>
            <a:r>
              <a:rPr lang="en-MY" dirty="0" err="1"/>
              <a:t>Xenxible</a:t>
            </a:r>
            <a:r>
              <a:rPr lang="en-MY" dirty="0"/>
              <a:t> Project Device Identifier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6E070-33C3-873C-ADD2-09B7AAE3E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Syaziyah</a:t>
            </a:r>
          </a:p>
        </p:txBody>
      </p:sp>
    </p:spTree>
    <p:extLst>
      <p:ext uri="{BB962C8B-B14F-4D97-AF65-F5344CB8AC3E}">
        <p14:creationId xmlns:p14="http://schemas.microsoft.com/office/powerpoint/2010/main" val="151686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5165025" y="247650"/>
            <a:ext cx="1861951" cy="492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/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/>
              <a:t>(Customer, Project, Device ID</a:t>
            </a:r>
            <a:r>
              <a:rPr lang="en-MY" sz="1400" b="1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4741548" y="4728283"/>
            <a:ext cx="3186725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RESULT OUTPUT</a:t>
            </a:r>
          </a:p>
          <a:p>
            <a:pPr algn="ctr"/>
            <a:r>
              <a:rPr lang="en-MY" sz="1100" dirty="0"/>
              <a:t>(Customer, Project, Device ID, Device Type, Section)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87876A-373C-4675-FD3D-7DB0A7CF37C8}"/>
              </a:ext>
            </a:extLst>
          </p:cNvPr>
          <p:cNvSpPr/>
          <p:nvPr/>
        </p:nvSpPr>
        <p:spPr>
          <a:xfrm>
            <a:off x="3467858" y="2438352"/>
            <a:ext cx="1292938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r>
              <a:rPr lang="en-MY" dirty="0"/>
              <a:t>REFIX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CREATE ON (18.03.2026)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1557482" y="4760255"/>
            <a:ext cx="1610264" cy="4825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UNKNOWN</a:t>
            </a:r>
          </a:p>
          <a:p>
            <a:pPr algn="ctr"/>
            <a:r>
              <a:rPr lang="en-MY" sz="1400" dirty="0"/>
              <a:t>= Assign by User</a:t>
            </a:r>
            <a:endParaRPr lang="en-MY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94568" y="1463374"/>
            <a:ext cx="1419280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NEW LIST EQUIPMENT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68DD4B-6101-9B54-2013-B930C6F32152}"/>
              </a:ext>
            </a:extLst>
          </p:cNvPr>
          <p:cNvSpPr/>
          <p:nvPr/>
        </p:nvSpPr>
        <p:spPr>
          <a:xfrm>
            <a:off x="9950620" y="1463374"/>
            <a:ext cx="1734622" cy="643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3A1BAA-8A37-06A4-CFA7-3DA154A8EA4B}"/>
              </a:ext>
            </a:extLst>
          </p:cNvPr>
          <p:cNvSpPr/>
          <p:nvPr/>
        </p:nvSpPr>
        <p:spPr>
          <a:xfrm>
            <a:off x="6935647" y="2487111"/>
            <a:ext cx="1095037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MY" dirty="0"/>
              <a:t>UFFIX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009BAE-D44D-F5B4-9F55-A99E839A952E}"/>
              </a:ext>
            </a:extLst>
          </p:cNvPr>
          <p:cNvSpPr/>
          <p:nvPr/>
        </p:nvSpPr>
        <p:spPr>
          <a:xfrm>
            <a:off x="3490801" y="3928843"/>
            <a:ext cx="1383224" cy="2936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Device Type</a:t>
            </a:r>
            <a:endParaRPr lang="en-MY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90989D-EB23-A7D3-7439-DABFD06D0794}"/>
              </a:ext>
            </a:extLst>
          </p:cNvPr>
          <p:cNvSpPr/>
          <p:nvPr/>
        </p:nvSpPr>
        <p:spPr>
          <a:xfrm>
            <a:off x="586501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Section</a:t>
            </a:r>
            <a:endParaRPr lang="en-MY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F5D1E-CD6A-7D48-EB4E-8860169D6207}"/>
              </a:ext>
            </a:extLst>
          </p:cNvPr>
          <p:cNvSpPr/>
          <p:nvPr/>
        </p:nvSpPr>
        <p:spPr>
          <a:xfrm>
            <a:off x="2428252" y="3053537"/>
            <a:ext cx="2991706" cy="686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SGD Classifier Hybrid Model </a:t>
            </a:r>
          </a:p>
          <a:p>
            <a:pPr algn="ctr"/>
            <a:r>
              <a:rPr lang="en-US" sz="1100" dirty="0"/>
              <a:t>- SGD Classifier </a:t>
            </a:r>
          </a:p>
          <a:p>
            <a:pPr algn="ctr"/>
            <a:r>
              <a:rPr lang="en-US" sz="1100" dirty="0"/>
              <a:t>- Composite Similarity</a:t>
            </a:r>
            <a:endParaRPr lang="en-MY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D3ED68-A5CA-A2A1-EC69-C01276A330DC}"/>
              </a:ext>
            </a:extLst>
          </p:cNvPr>
          <p:cNvSpPr/>
          <p:nvPr/>
        </p:nvSpPr>
        <p:spPr>
          <a:xfrm>
            <a:off x="5726456" y="3011355"/>
            <a:ext cx="1197522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2316480" y="1909006"/>
            <a:ext cx="7195820" cy="257675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0B1280C-E353-29EA-5158-E1ACE8A858C7}"/>
              </a:ext>
            </a:extLst>
          </p:cNvPr>
          <p:cNvCxnSpPr>
            <a:cxnSpLocks/>
            <a:stCxn id="48" idx="2"/>
            <a:endCxn id="12" idx="0"/>
          </p:cNvCxnSpPr>
          <p:nvPr/>
        </p:nvCxnSpPr>
        <p:spPr>
          <a:xfrm flipH="1">
            <a:off x="4114327" y="2019592"/>
            <a:ext cx="1995049" cy="41876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366D70-1510-CF42-1823-4E988A8D80C1}"/>
              </a:ext>
            </a:extLst>
          </p:cNvPr>
          <p:cNvCxnSpPr>
            <a:cxnSpLocks/>
            <a:stCxn id="48" idx="2"/>
            <a:endCxn id="28" idx="0"/>
          </p:cNvCxnSpPr>
          <p:nvPr/>
        </p:nvCxnSpPr>
        <p:spPr>
          <a:xfrm>
            <a:off x="6109376" y="2019592"/>
            <a:ext cx="1373790" cy="4675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8F39D8-A364-A491-5B2C-429E1032BE64}"/>
              </a:ext>
            </a:extLst>
          </p:cNvPr>
          <p:cNvCxnSpPr>
            <a:cxnSpLocks/>
          </p:cNvCxnSpPr>
          <p:nvPr/>
        </p:nvCxnSpPr>
        <p:spPr>
          <a:xfrm>
            <a:off x="4126392" y="2685576"/>
            <a:ext cx="0" cy="36796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FEF42E-4656-8981-D383-06817A37F08A}"/>
              </a:ext>
            </a:extLst>
          </p:cNvPr>
          <p:cNvCxnSpPr>
            <a:cxnSpLocks/>
          </p:cNvCxnSpPr>
          <p:nvPr/>
        </p:nvCxnSpPr>
        <p:spPr>
          <a:xfrm>
            <a:off x="4156249" y="3740057"/>
            <a:ext cx="0" cy="17771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9FC763D-AB16-C05E-FCAC-17C951C51634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334911" y="2723137"/>
            <a:ext cx="1148255" cy="28743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460963-CA31-955B-1356-B12770A46D12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>
            <a:off x="6325217" y="3279332"/>
            <a:ext cx="0" cy="7351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713848" y="1780905"/>
            <a:ext cx="3719486" cy="8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9ABED89-3B8F-B118-E340-A5A5A1816223}"/>
              </a:ext>
            </a:extLst>
          </p:cNvPr>
          <p:cNvCxnSpPr>
            <a:cxnSpLocks/>
            <a:stCxn id="48" idx="3"/>
            <a:endCxn id="5" idx="1"/>
          </p:cNvCxnSpPr>
          <p:nvPr/>
        </p:nvCxnSpPr>
        <p:spPr>
          <a:xfrm flipV="1">
            <a:off x="6785417" y="1784995"/>
            <a:ext cx="3165203" cy="44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>
            <a:off x="6096001" y="740321"/>
            <a:ext cx="13375" cy="8190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078855" y="2992364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DBScan</a:t>
            </a:r>
            <a:endParaRPr lang="en-MY" sz="14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56C5957-EB4A-DF08-B3C1-09B043758ADD}"/>
              </a:ext>
            </a:extLst>
          </p:cNvPr>
          <p:cNvCxnSpPr>
            <a:cxnSpLocks/>
            <a:stCxn id="28" idx="2"/>
            <a:endCxn id="104" idx="0"/>
          </p:cNvCxnSpPr>
          <p:nvPr/>
        </p:nvCxnSpPr>
        <p:spPr>
          <a:xfrm>
            <a:off x="7483166" y="2723137"/>
            <a:ext cx="1120672" cy="2692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14363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Cluster</a:t>
            </a:r>
            <a:endParaRPr lang="en-MY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603837" y="3260341"/>
            <a:ext cx="1" cy="7541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26D2039-7C65-8931-F540-0D055AB19AF1}"/>
              </a:ext>
            </a:extLst>
          </p:cNvPr>
          <p:cNvCxnSpPr>
            <a:cxnSpLocks/>
            <a:stCxn id="113" idx="2"/>
            <a:endCxn id="11" idx="0"/>
          </p:cNvCxnSpPr>
          <p:nvPr/>
        </p:nvCxnSpPr>
        <p:spPr>
          <a:xfrm flipH="1">
            <a:off x="6334911" y="4252054"/>
            <a:ext cx="2268926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2A3614-9713-4F95-B94F-13D4FCEF8B52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6325217" y="4252054"/>
            <a:ext cx="9694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BFFE8D3-AC92-50AC-C6B5-A8171747AB17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>
            <a:off x="4182413" y="4222463"/>
            <a:ext cx="2152498" cy="5058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167746" y="5001553"/>
            <a:ext cx="1573802" cy="254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5063967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 flipH="1">
            <a:off x="6334910" y="5325789"/>
            <a:ext cx="1" cy="4602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2EBA51A-B89B-4B76-F652-7D3A5839B008}"/>
              </a:ext>
            </a:extLst>
          </p:cNvPr>
          <p:cNvGrpSpPr/>
          <p:nvPr/>
        </p:nvGrpSpPr>
        <p:grpSpPr>
          <a:xfrm>
            <a:off x="972920" y="2098436"/>
            <a:ext cx="584562" cy="2928602"/>
            <a:chOff x="972920" y="2098436"/>
            <a:chExt cx="584562" cy="2928602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3DC5C35-9205-120B-F8B2-E5B5DF7F3564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998294" y="2098436"/>
              <a:ext cx="5914" cy="29286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A5A4D9E-2892-9ACD-3EA3-E817A29BC06F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972920" y="5001552"/>
              <a:ext cx="584562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ML MODEL</a:t>
            </a:r>
            <a:endParaRPr lang="en-MY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9568AF-D5BB-AD82-2087-B821887A488F}"/>
              </a:ext>
            </a:extLst>
          </p:cNvPr>
          <p:cNvSpPr/>
          <p:nvPr/>
        </p:nvSpPr>
        <p:spPr>
          <a:xfrm>
            <a:off x="-16887" y="73003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(20.0.2026)</a:t>
            </a:r>
          </a:p>
        </p:txBody>
      </p:sp>
    </p:spTree>
    <p:extLst>
      <p:ext uri="{BB962C8B-B14F-4D97-AF65-F5344CB8AC3E}">
        <p14:creationId xmlns:p14="http://schemas.microsoft.com/office/powerpoint/2010/main" val="97107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902164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908642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954662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954662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908642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93FB64-D419-E58A-F044-A9F734C4F122}"/>
              </a:ext>
            </a:extLst>
          </p:cNvPr>
          <p:cNvSpPr/>
          <p:nvPr/>
        </p:nvSpPr>
        <p:spPr>
          <a:xfrm>
            <a:off x="7578550" y="2315001"/>
            <a:ext cx="1247056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SGD Classifier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24791-8CA7-8C60-E9D6-9C21FA1313FF}"/>
              </a:ext>
            </a:extLst>
          </p:cNvPr>
          <p:cNvSpPr/>
          <p:nvPr/>
        </p:nvSpPr>
        <p:spPr>
          <a:xfrm>
            <a:off x="7744932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type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895EBC-EE4A-1C83-51C4-A2C198BC6973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8202078" y="2582978"/>
            <a:ext cx="3054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37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F518B-49C6-F9C6-3337-EFCE0F2F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E84C4A-89FD-49A5-43B2-CB78F59C2357}"/>
              </a:ext>
            </a:extLst>
          </p:cNvPr>
          <p:cNvSpPr/>
          <p:nvPr/>
        </p:nvSpPr>
        <p:spPr>
          <a:xfrm>
            <a:off x="6202582" y="271628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 from DB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B3B4F-12A2-8155-43AC-83F9C978ECFD}"/>
              </a:ext>
            </a:extLst>
          </p:cNvPr>
          <p:cNvSpPr/>
          <p:nvPr/>
        </p:nvSpPr>
        <p:spPr>
          <a:xfrm>
            <a:off x="5659025" y="4280696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99D534-946B-243C-39ED-8C44A67091A7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(15.06.2026)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607B8A-8D96-E00D-D73A-BF6C50AB13BC}"/>
              </a:ext>
            </a:extLst>
          </p:cNvPr>
          <p:cNvSpPr/>
          <p:nvPr/>
        </p:nvSpPr>
        <p:spPr>
          <a:xfrm>
            <a:off x="1273884" y="3502038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3F11E6-D2CB-AC79-027E-DF0DE17CEA8C}"/>
              </a:ext>
            </a:extLst>
          </p:cNvPr>
          <p:cNvSpPr/>
          <p:nvPr/>
        </p:nvSpPr>
        <p:spPr>
          <a:xfrm>
            <a:off x="1273882" y="2578246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01FE1B-7455-9494-22BF-97A996CF2CDE}"/>
              </a:ext>
            </a:extLst>
          </p:cNvPr>
          <p:cNvSpPr/>
          <p:nvPr/>
        </p:nvSpPr>
        <p:spPr>
          <a:xfrm>
            <a:off x="5860891" y="1945583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1FD67D6-78E0-EBC7-0ED3-21B26BE3D21C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3514495" y="1883200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112195-1E3D-543F-F968-72A97F258EA7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7396801" y="3741487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5EE75BE-3612-F551-D438-F7DB493841A6}"/>
              </a:ext>
            </a:extLst>
          </p:cNvPr>
          <p:cNvSpPr/>
          <p:nvPr/>
        </p:nvSpPr>
        <p:spPr>
          <a:xfrm>
            <a:off x="7668335" y="2351577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58DF7AD-871B-3DF9-911E-3B52132E3B48}"/>
              </a:ext>
            </a:extLst>
          </p:cNvPr>
          <p:cNvSpPr/>
          <p:nvPr/>
        </p:nvSpPr>
        <p:spPr>
          <a:xfrm>
            <a:off x="7733117" y="2895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360D670-94B6-F36D-97D7-090E553DFF32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193317" y="2619554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AA1769A-EBD1-F1AB-D7BA-8CFE6EE9A7EE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514495" y="3741487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BD9EFA7-3A93-1EC0-8F25-C4BA8C18C392}"/>
              </a:ext>
            </a:extLst>
          </p:cNvPr>
          <p:cNvSpPr/>
          <p:nvPr/>
        </p:nvSpPr>
        <p:spPr>
          <a:xfrm>
            <a:off x="6129892" y="5349020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F948B9D-EA3B-0B8F-331F-DE2090EF22C2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7396801" y="4878202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E036D93-D98B-C382-E296-F52A73A7B557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2394189" y="2916773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5CCC409-F1AE-CF70-A85B-6F6D5652E4B1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07F865-3B7A-FDD9-000D-9F76F56AD918}"/>
              </a:ext>
            </a:extLst>
          </p:cNvPr>
          <p:cNvSpPr/>
          <p:nvPr/>
        </p:nvSpPr>
        <p:spPr>
          <a:xfrm>
            <a:off x="5866638" y="1653081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92F43E-03F0-E2B1-0F62-774436E180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8193317" y="3132802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05ADF-43F7-18B8-FF61-F5B1361CDE36}"/>
              </a:ext>
            </a:extLst>
          </p:cNvPr>
          <p:cNvSpPr/>
          <p:nvPr/>
        </p:nvSpPr>
        <p:spPr>
          <a:xfrm>
            <a:off x="7733117" y="3324782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57B9C79-4FF9-C00B-2017-6A66F5B48B1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8671778" y="5484012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A3F821-0DE9-BA71-5F0E-568D72DD7461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8943213" y="1883199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A3494B0-09CE-651B-735D-F376AEFC5A91}"/>
              </a:ext>
            </a:extLst>
          </p:cNvPr>
          <p:cNvSpPr/>
          <p:nvPr/>
        </p:nvSpPr>
        <p:spPr>
          <a:xfrm>
            <a:off x="3210375" y="1803916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E914B67-FA78-E37B-3115-9588220D3D12}"/>
              </a:ext>
            </a:extLst>
          </p:cNvPr>
          <p:cNvCxnSpPr>
            <a:cxnSpLocks/>
          </p:cNvCxnSpPr>
          <p:nvPr/>
        </p:nvCxnSpPr>
        <p:spPr>
          <a:xfrm>
            <a:off x="10276309" y="1883199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1F1C4E4E-01ED-0629-31A9-4AC084D82F1D}"/>
              </a:ext>
            </a:extLst>
          </p:cNvPr>
          <p:cNvSpPr/>
          <p:nvPr/>
        </p:nvSpPr>
        <p:spPr>
          <a:xfrm>
            <a:off x="7573894" y="1040528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FCB62BBF-02DD-7CD1-BC5A-1F7ACB214356}"/>
              </a:ext>
            </a:extLst>
          </p:cNvPr>
          <p:cNvSpPr/>
          <p:nvPr/>
        </p:nvSpPr>
        <p:spPr>
          <a:xfrm>
            <a:off x="4576888" y="4445347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49EA3528-2301-BB15-D6C2-1FA2F342CD89}"/>
              </a:ext>
            </a:extLst>
          </p:cNvPr>
          <p:cNvSpPr/>
          <p:nvPr/>
        </p:nvSpPr>
        <p:spPr>
          <a:xfrm>
            <a:off x="710902" y="2966839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13382E64-992A-5CDF-DA48-D564A9140A92}"/>
              </a:ext>
            </a:extLst>
          </p:cNvPr>
          <p:cNvCxnSpPr>
            <a:cxnSpLocks/>
          </p:cNvCxnSpPr>
          <p:nvPr/>
        </p:nvCxnSpPr>
        <p:spPr>
          <a:xfrm flipH="1">
            <a:off x="8956415" y="1880759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DF01BB12-1A72-61BA-C004-C1BE808E5888}"/>
              </a:ext>
            </a:extLst>
          </p:cNvPr>
          <p:cNvCxnSpPr>
            <a:cxnSpLocks/>
          </p:cNvCxnSpPr>
          <p:nvPr/>
        </p:nvCxnSpPr>
        <p:spPr>
          <a:xfrm>
            <a:off x="7451637" y="894634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9ABE3DD-7F1B-8CD5-4B7C-ACC971DC1871}"/>
              </a:ext>
            </a:extLst>
          </p:cNvPr>
          <p:cNvSpPr/>
          <p:nvPr/>
        </p:nvSpPr>
        <p:spPr>
          <a:xfrm>
            <a:off x="6225238" y="2351577"/>
            <a:ext cx="1247056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SGD Classifier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75E58-7F22-5D3A-1D6E-F3C07B4E01F8}"/>
              </a:ext>
            </a:extLst>
          </p:cNvPr>
          <p:cNvSpPr/>
          <p:nvPr/>
        </p:nvSpPr>
        <p:spPr>
          <a:xfrm>
            <a:off x="6391620" y="2895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type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D015BD-B6C2-F283-5F2B-E6FCBB61B90B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6848766" y="2619554"/>
            <a:ext cx="3054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960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C77DE-B76F-4F1E-EDD9-CE0CD4B3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3994906-2372-B4D2-223B-D9057200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500"/>
          <a:stretch>
            <a:fillRect/>
          </a:stretch>
        </p:blipFill>
        <p:spPr>
          <a:xfrm>
            <a:off x="219309" y="2178819"/>
            <a:ext cx="6172347" cy="35251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24626C-3F36-D1AC-04D4-8AFF240984B3}"/>
              </a:ext>
            </a:extLst>
          </p:cNvPr>
          <p:cNvSpPr/>
          <p:nvPr/>
        </p:nvSpPr>
        <p:spPr>
          <a:xfrm>
            <a:off x="3209250" y="292075"/>
            <a:ext cx="6102683" cy="567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4000" b="1" dirty="0"/>
              <a:t>SQL : </a:t>
            </a:r>
            <a:r>
              <a:rPr lang="en-MY" sz="4000" dirty="0"/>
              <a:t>From DB to Json</a:t>
            </a:r>
            <a:endParaRPr lang="en-MY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26C49-B91E-5061-F81B-CB6DD35A74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937"/>
          <a:stretch>
            <a:fillRect/>
          </a:stretch>
        </p:blipFill>
        <p:spPr>
          <a:xfrm>
            <a:off x="8749895" y="1688399"/>
            <a:ext cx="2542945" cy="450595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C88C422-744D-5DCF-988F-D10AD46473D5}"/>
              </a:ext>
            </a:extLst>
          </p:cNvPr>
          <p:cNvSpPr/>
          <p:nvPr/>
        </p:nvSpPr>
        <p:spPr>
          <a:xfrm>
            <a:off x="6903720" y="3346704"/>
            <a:ext cx="1325880" cy="731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23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C1AEF-691B-A95B-1F83-8D297EB6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802F5-DEEB-EEB0-FF97-A42EB4EB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38" y="954783"/>
            <a:ext cx="5868219" cy="277216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0238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22BB4-E5E8-E925-90A0-2C3082D2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7C17FA-B6A8-B16D-4963-8E376401C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5" t="537" r="17350" b="-537"/>
          <a:stretch>
            <a:fillRect/>
          </a:stretch>
        </p:blipFill>
        <p:spPr>
          <a:xfrm>
            <a:off x="5373551" y="817962"/>
            <a:ext cx="6083881" cy="5222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9CD4A6-8A4A-78B4-07C1-7E0686FA18EC}"/>
              </a:ext>
            </a:extLst>
          </p:cNvPr>
          <p:cNvSpPr txBox="1"/>
          <p:nvPr/>
        </p:nvSpPr>
        <p:spPr>
          <a:xfrm>
            <a:off x="734568" y="2282648"/>
            <a:ext cx="42373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manual assign </a:t>
            </a:r>
          </a:p>
          <a:p>
            <a:pPr algn="ctr"/>
            <a:r>
              <a:rPr lang="en-US" sz="4000" dirty="0"/>
              <a:t>type, section, cluster</a:t>
            </a:r>
          </a:p>
          <a:p>
            <a:pPr algn="ctr"/>
            <a:r>
              <a:rPr lang="en-US" sz="4000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15775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2548E-9A0F-EFA7-4A68-4D96B0D0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93614A-CAD1-31A5-3EFA-9390AA2C9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979" y="155448"/>
            <a:ext cx="3536954" cy="63318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9596CD-7BBB-CEC9-93CC-478D5B0263B2}"/>
              </a:ext>
            </a:extLst>
          </p:cNvPr>
          <p:cNvSpPr txBox="1"/>
          <p:nvPr/>
        </p:nvSpPr>
        <p:spPr>
          <a:xfrm>
            <a:off x="2645664" y="2246072"/>
            <a:ext cx="42373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manual assign </a:t>
            </a:r>
          </a:p>
          <a:p>
            <a:pPr algn="ctr"/>
            <a:r>
              <a:rPr lang="en-US" sz="4000" dirty="0"/>
              <a:t>type, section, cluster</a:t>
            </a:r>
          </a:p>
          <a:p>
            <a:pPr algn="ctr"/>
            <a:r>
              <a:rPr lang="en-US" sz="4000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829516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4FC99-A45C-0AF5-3285-F7CDED9B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6C2B62-5893-281D-5012-E1D6AB364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462541"/>
            <a:ext cx="11268364" cy="615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71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3C6A8-F0B0-B9B5-11F3-6549BC2E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84E8E-DC53-ED07-F5B2-5AB8FD3B7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672"/>
          <a:stretch>
            <a:fillRect/>
          </a:stretch>
        </p:blipFill>
        <p:spPr>
          <a:xfrm>
            <a:off x="4095263" y="194236"/>
            <a:ext cx="3072156" cy="203172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86239A-4847-9967-4D9B-6E6B46C528B9}"/>
              </a:ext>
            </a:extLst>
          </p:cNvPr>
          <p:cNvSpPr/>
          <p:nvPr/>
        </p:nvSpPr>
        <p:spPr>
          <a:xfrm>
            <a:off x="952408" y="3471711"/>
            <a:ext cx="697346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yes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FFFEAA-7AC2-0DCA-84BF-3710DB62E113}"/>
              </a:ext>
            </a:extLst>
          </p:cNvPr>
          <p:cNvSpPr/>
          <p:nvPr/>
        </p:nvSpPr>
        <p:spPr>
          <a:xfrm>
            <a:off x="2960254" y="3447462"/>
            <a:ext cx="697346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72E4AB-9DCB-140D-C7D3-1F318FE28757}"/>
              </a:ext>
            </a:extLst>
          </p:cNvPr>
          <p:cNvSpPr/>
          <p:nvPr/>
        </p:nvSpPr>
        <p:spPr>
          <a:xfrm>
            <a:off x="1498691" y="2733963"/>
            <a:ext cx="1616364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User Assign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C2733A-C5C1-511B-F181-2440E3418A76}"/>
              </a:ext>
            </a:extLst>
          </p:cNvPr>
          <p:cNvSpPr/>
          <p:nvPr/>
        </p:nvSpPr>
        <p:spPr>
          <a:xfrm>
            <a:off x="2581563" y="4121715"/>
            <a:ext cx="1513700" cy="8266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Remain in JSON dump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42ED7B-ABFE-F62E-1F54-9BC25461DE0E}"/>
              </a:ext>
            </a:extLst>
          </p:cNvPr>
          <p:cNvSpPr/>
          <p:nvPr/>
        </p:nvSpPr>
        <p:spPr>
          <a:xfrm>
            <a:off x="662708" y="4121715"/>
            <a:ext cx="1780312" cy="1438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Suggestion similarity </a:t>
            </a:r>
          </a:p>
          <a:p>
            <a:pPr algn="ctr"/>
            <a:r>
              <a:rPr lang="en-MY" dirty="0"/>
              <a:t>(section, cluster)</a:t>
            </a:r>
          </a:p>
          <a:p>
            <a:pPr algn="ctr"/>
            <a:r>
              <a:rPr lang="en-MY" dirty="0"/>
              <a:t>Type – auto save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EC2860-748A-6AE7-0A6F-620BD0EF8650}"/>
              </a:ext>
            </a:extLst>
          </p:cNvPr>
          <p:cNvSpPr/>
          <p:nvPr/>
        </p:nvSpPr>
        <p:spPr>
          <a:xfrm>
            <a:off x="8070629" y="2477660"/>
            <a:ext cx="2902171" cy="7435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KNOWN</a:t>
            </a:r>
          </a:p>
          <a:p>
            <a:pPr algn="ctr"/>
            <a:r>
              <a:rPr lang="en-MY" dirty="0"/>
              <a:t>CLUSTERED GROUP (Table)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4C5973-A38A-247F-CD74-112309E3B853}"/>
              </a:ext>
            </a:extLst>
          </p:cNvPr>
          <p:cNvSpPr/>
          <p:nvPr/>
        </p:nvSpPr>
        <p:spPr>
          <a:xfrm>
            <a:off x="900545" y="1702961"/>
            <a:ext cx="2757055" cy="7458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UNKNOWN </a:t>
            </a:r>
          </a:p>
          <a:p>
            <a:pPr algn="ctr"/>
            <a:r>
              <a:rPr lang="en-MY" dirty="0"/>
              <a:t>Pending Table (JSON dump)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B8C209-9597-A14F-603B-6BCBBF0C12EE}"/>
              </a:ext>
            </a:extLst>
          </p:cNvPr>
          <p:cNvSpPr/>
          <p:nvPr/>
        </p:nvSpPr>
        <p:spPr>
          <a:xfrm>
            <a:off x="662707" y="5757712"/>
            <a:ext cx="1780311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User Assign</a:t>
            </a:r>
          </a:p>
        </p:txBody>
      </p:sp>
    </p:spTree>
    <p:extLst>
      <p:ext uri="{BB962C8B-B14F-4D97-AF65-F5344CB8AC3E}">
        <p14:creationId xmlns:p14="http://schemas.microsoft.com/office/powerpoint/2010/main" val="3084859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E7790-0FE5-5850-E719-AAEEC515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32B888-82CD-248D-FF45-156662642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327" y="238991"/>
            <a:ext cx="4253345" cy="638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22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2F157-8D29-E788-074F-76AA928D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ACD256-33A7-D0D5-C7EF-8E8F35880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137" y="761580"/>
            <a:ext cx="9215725" cy="3163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5FF316-854E-20A1-7324-B95140572A91}"/>
              </a:ext>
            </a:extLst>
          </p:cNvPr>
          <p:cNvSpPr txBox="1"/>
          <p:nvPr/>
        </p:nvSpPr>
        <p:spPr>
          <a:xfrm>
            <a:off x="2816352" y="4498848"/>
            <a:ext cx="68870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 Project A1825 -  LIPICO : CR___SPD refer to Control Valve/VSD.</a:t>
            </a:r>
          </a:p>
          <a:p>
            <a:endParaRPr lang="en-US" dirty="0"/>
          </a:p>
          <a:p>
            <a:r>
              <a:rPr lang="en-US" dirty="0"/>
              <a:t>But for CR refer to agitator.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Hence the model unable to captured what is the right device type for this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58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B0890-8A74-DADB-7E71-29F6EA68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D9A7D9-EE79-6F45-85FB-F8959616D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034" y="942526"/>
            <a:ext cx="9634933" cy="483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49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F46A2-011D-3546-0B8A-E87BD8F1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32F23-4670-2ED4-3919-B3B8454E3933}"/>
              </a:ext>
            </a:extLst>
          </p:cNvPr>
          <p:cNvSpPr txBox="1"/>
          <p:nvPr/>
        </p:nvSpPr>
        <p:spPr>
          <a:xfrm>
            <a:off x="1063259" y="2767280"/>
            <a:ext cx="48524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DeviceIdentifierLibrary</a:t>
            </a:r>
            <a:endParaRPr lang="en-US" sz="4000" dirty="0"/>
          </a:p>
          <a:p>
            <a:pPr algn="ctr"/>
            <a:r>
              <a:rPr lang="en-US" sz="4000" dirty="0"/>
              <a:t>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A2A64-8894-0919-1FE3-D9F8E4411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284" y="230886"/>
            <a:ext cx="4264152" cy="639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18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954D-6BAB-E5BB-EDE6-E99E9E8B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1F36-2B91-1D55-6FDC-91FFF40B05A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7331271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15446</TotalTime>
  <Words>377</Words>
  <Application>Microsoft Office PowerPoint</Application>
  <PresentationFormat>Widescreen</PresentationFormat>
  <Paragraphs>111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Tw Cen MT</vt:lpstr>
      <vt:lpstr>Droplet</vt:lpstr>
      <vt:lpstr>Update Xenxible Project Device Identifier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 Syaziyah Binti Samiri</dc:creator>
  <cp:lastModifiedBy>Siti Syaziyah Binti Samiri</cp:lastModifiedBy>
  <cp:revision>75</cp:revision>
  <dcterms:created xsi:type="dcterms:W3CDTF">2025-11-18T06:28:25Z</dcterms:created>
  <dcterms:modified xsi:type="dcterms:W3CDTF">2026-07-03T05:46:59Z</dcterms:modified>
</cp:coreProperties>
</file>