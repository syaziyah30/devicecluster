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14"/>
  </p:notesMasterIdLst>
  <p:sldIdLst>
    <p:sldId id="256" r:id="rId2"/>
    <p:sldId id="325" r:id="rId3"/>
    <p:sldId id="292" r:id="rId4"/>
    <p:sldId id="328" r:id="rId5"/>
    <p:sldId id="329" r:id="rId6"/>
    <p:sldId id="330" r:id="rId7"/>
    <p:sldId id="331" r:id="rId8"/>
    <p:sldId id="332" r:id="rId9"/>
    <p:sldId id="323" r:id="rId10"/>
    <p:sldId id="333" r:id="rId11"/>
    <p:sldId id="327" r:id="rId12"/>
    <p:sldId id="326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F6F9"/>
    <a:srgbClr val="FFFF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971" autoAdjust="0"/>
    <p:restoredTop sz="94404" autoAdjust="0"/>
  </p:normalViewPr>
  <p:slideViewPr>
    <p:cSldViewPr snapToGrid="0">
      <p:cViewPr varScale="1">
        <p:scale>
          <a:sx n="70" d="100"/>
          <a:sy n="70" d="100"/>
        </p:scale>
        <p:origin x="576" y="5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30/6/2026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4A910-8722-BE0D-ECC6-AE331ECAD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1B51-0D4E-F4D9-C462-F4905C8AA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BCF9F-3AF4-EF24-64C9-01366B66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F6CA-73F6-4CE7-341F-2286B37A0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22489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A8A5-B833-7343-7209-908FCBD7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F2406-0A14-1D35-AADE-48E362C8D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63FA9-DD4D-5EC8-EE1A-889D4CEAB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20576-8B22-42DB-81CB-9C7399995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852050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30/6/2026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30/6/2026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30/6/2026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30/6/2026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30/6/2026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30/6/2026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30/6/2026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30/6/2026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30/6/2026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30/6/2026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30/6/2026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30/6/2026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30/6/2026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30/6/2026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30/6/2026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30/6/2026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30/6/2026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30/6/2026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5373551" y="817962"/>
            <a:ext cx="6083881" cy="52220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9CD4A6-8A4A-78B4-07C1-7E0686FA18EC}"/>
              </a:ext>
            </a:extLst>
          </p:cNvPr>
          <p:cNvSpPr txBox="1"/>
          <p:nvPr/>
        </p:nvSpPr>
        <p:spPr>
          <a:xfrm>
            <a:off x="734568" y="2282648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2548E-9A0F-EFA7-4A68-4D96B0D0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3614A-CAD1-31A5-3EFA-9390AA2C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979" y="155448"/>
            <a:ext cx="3536954" cy="63318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596CD-7BBB-CEC9-93CC-478D5B0263B2}"/>
              </a:ext>
            </a:extLst>
          </p:cNvPr>
          <p:cNvSpPr txBox="1"/>
          <p:nvPr/>
        </p:nvSpPr>
        <p:spPr>
          <a:xfrm>
            <a:off x="2645664" y="2246072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8295168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B0890-8A74-DADB-7E71-29F6EA68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D9A7D9-EE79-6F45-85FB-F8959616D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034" y="942526"/>
            <a:ext cx="9634933" cy="4836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8496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1063259" y="2767280"/>
            <a:ext cx="48524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DeviceIdentifierLibrary</a:t>
            </a:r>
            <a:endParaRPr lang="en-US" sz="4000" dirty="0"/>
          </a:p>
          <a:p>
            <a:pPr algn="ctr"/>
            <a:r>
              <a:rPr lang="en-US" sz="4000" dirty="0"/>
              <a:t>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9284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D954D-6BAB-E5BB-EDE6-E99E9E8B7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51F36-2B91-1D55-6FDC-91FFF40B05A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73312710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15182</TotalTime>
  <Words>340</Words>
  <Application>Microsoft Office PowerPoint</Application>
  <PresentationFormat>Widescreen</PresentationFormat>
  <Paragraphs>96</Paragraphs>
  <Slides>12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Arial</vt:lpstr>
      <vt:lpstr>Tw Cen MT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72</cp:revision>
  <dcterms:created xsi:type="dcterms:W3CDTF">2025-11-18T06:28:25Z</dcterms:created>
  <dcterms:modified xsi:type="dcterms:W3CDTF">2026-06-30T09:01:57Z</dcterms:modified>
</cp:coreProperties>
</file>