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3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23" r:id="rId10"/>
    <p:sldId id="327" r:id="rId11"/>
    <p:sldId id="32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22/6/2026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14792</TotalTime>
  <Words>339</Words>
  <Application>Microsoft Office PowerPoint</Application>
  <PresentationFormat>Widescreen</PresentationFormat>
  <Paragraphs>95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71</cp:revision>
  <dcterms:created xsi:type="dcterms:W3CDTF">2025-11-18T06:28:25Z</dcterms:created>
  <dcterms:modified xsi:type="dcterms:W3CDTF">2026-06-22T09:10:14Z</dcterms:modified>
</cp:coreProperties>
</file>