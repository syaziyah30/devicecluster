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"/>
  </p:notesMasterIdLst>
  <p:sldIdLst>
    <p:sldId id="256" r:id="rId2"/>
    <p:sldId id="325" r:id="rId3"/>
    <p:sldId id="292" r:id="rId4"/>
    <p:sldId id="323" r:id="rId5"/>
    <p:sldId id="327" r:id="rId6"/>
    <p:sldId id="326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F6F9"/>
    <a:srgbClr val="FFFF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971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9/6/2026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6845315" y="768096"/>
            <a:ext cx="30367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HOW TO SORT THE PROJECT?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299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D954D-6BAB-E5BB-EDE6-E99E9E8B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51F36-2B91-1D55-6FDC-91FFF40B05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7331271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13447</TotalTime>
  <Words>250</Words>
  <Application>Microsoft Office PowerPoint</Application>
  <PresentationFormat>Widescreen</PresentationFormat>
  <Paragraphs>61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67</cp:revision>
  <dcterms:created xsi:type="dcterms:W3CDTF">2025-11-18T06:28:25Z</dcterms:created>
  <dcterms:modified xsi:type="dcterms:W3CDTF">2026-06-09T07:23:30Z</dcterms:modified>
</cp:coreProperties>
</file>