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1"/>
  </p:notesMasterIdLst>
  <p:sldIdLst>
    <p:sldId id="256" r:id="rId2"/>
    <p:sldId id="348" r:id="rId3"/>
    <p:sldId id="347" r:id="rId4"/>
    <p:sldId id="346" r:id="rId5"/>
    <p:sldId id="349" r:id="rId6"/>
    <p:sldId id="350" r:id="rId7"/>
    <p:sldId id="353" r:id="rId8"/>
    <p:sldId id="354" r:id="rId9"/>
    <p:sldId id="352" r:id="rId10"/>
    <p:sldId id="355" r:id="rId11"/>
    <p:sldId id="356" r:id="rId12"/>
    <p:sldId id="357" r:id="rId13"/>
    <p:sldId id="358" r:id="rId14"/>
    <p:sldId id="360" r:id="rId15"/>
    <p:sldId id="361" r:id="rId16"/>
    <p:sldId id="362" r:id="rId17"/>
    <p:sldId id="363" r:id="rId18"/>
    <p:sldId id="364" r:id="rId19"/>
    <p:sldId id="365" r:id="rId20"/>
    <p:sldId id="366" r:id="rId21"/>
    <p:sldId id="367" r:id="rId22"/>
    <p:sldId id="359" r:id="rId23"/>
    <p:sldId id="351" r:id="rId24"/>
    <p:sldId id="325" r:id="rId25"/>
    <p:sldId id="292" r:id="rId26"/>
    <p:sldId id="328" r:id="rId27"/>
    <p:sldId id="329" r:id="rId28"/>
    <p:sldId id="330" r:id="rId29"/>
    <p:sldId id="331" r:id="rId30"/>
    <p:sldId id="332" r:id="rId31"/>
    <p:sldId id="334" r:id="rId32"/>
    <p:sldId id="335" r:id="rId33"/>
    <p:sldId id="336" r:id="rId34"/>
    <p:sldId id="323" r:id="rId35"/>
    <p:sldId id="333" r:id="rId36"/>
    <p:sldId id="327" r:id="rId37"/>
    <p:sldId id="337" r:id="rId38"/>
    <p:sldId id="338" r:id="rId39"/>
    <p:sldId id="345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95" autoAdjust="0"/>
    <p:restoredTop sz="87470" autoAdjust="0"/>
  </p:normalViewPr>
  <p:slideViewPr>
    <p:cSldViewPr snapToGrid="0">
      <p:cViewPr>
        <p:scale>
          <a:sx n="66" d="100"/>
          <a:sy n="66" d="100"/>
        </p:scale>
        <p:origin x="976" y="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852334" y="2031999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BC69EE9-61E6-7303-0A59-5C15859B24AD}"/>
              </a:ext>
            </a:extLst>
          </p:cNvPr>
          <p:cNvSpPr/>
          <p:nvPr/>
        </p:nvSpPr>
        <p:spPr>
          <a:xfrm>
            <a:off x="8248682" y="30625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1FF49FC-966C-7225-A56B-A780E3B379C8}"/>
              </a:ext>
            </a:extLst>
          </p:cNvPr>
          <p:cNvSpPr/>
          <p:nvPr/>
        </p:nvSpPr>
        <p:spPr>
          <a:xfrm>
            <a:off x="8248682" y="86358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069666" y="1575151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07685" y="288521"/>
            <a:ext cx="4856577" cy="12347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3691467" y="19558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5579534" y="2438399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3417310" y="497348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495" y="1771631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09650D-0456-3F47-6F0F-26D7E315E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A2213E-9F0F-CE5A-D14E-C9378C9DA2C0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15/07/2026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C4517B-B3A6-E49F-996E-C165F4E2CCD5}"/>
              </a:ext>
            </a:extLst>
          </p:cNvPr>
          <p:cNvSpPr txBox="1"/>
          <p:nvPr/>
        </p:nvSpPr>
        <p:spPr>
          <a:xfrm>
            <a:off x="4480300" y="174182"/>
            <a:ext cx="36446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SECTION3 OILTEK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AD5BB0-3A8E-5780-0959-11F4F7FBE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45" y="1637786"/>
            <a:ext cx="11395710" cy="1642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0705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E05D39-605C-04BB-55F6-6267574DDA85}"/>
              </a:ext>
            </a:extLst>
          </p:cNvPr>
          <p:cNvSpPr txBox="1"/>
          <p:nvPr/>
        </p:nvSpPr>
        <p:spPr>
          <a:xfrm>
            <a:off x="681789" y="558266"/>
            <a:ext cx="11012906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STAGE 1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</a:t>
            </a:r>
            <a:r>
              <a:rPr lang="en-MY" sz="2400"/>
              <a:t>Highest Percentage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004B1C-E370-63EA-CD62-2102EFE5F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D8FB62-5E7E-8087-7A1A-DB728DCA8D9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153571-0208-6EF9-37BE-6E78B44E8C6C}"/>
              </a:ext>
            </a:extLst>
          </p:cNvPr>
          <p:cNvSpPr txBox="1"/>
          <p:nvPr/>
        </p:nvSpPr>
        <p:spPr>
          <a:xfrm>
            <a:off x="5428990" y="174182"/>
            <a:ext cx="40690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DRAFT ALGORITHM</a:t>
            </a:r>
          </a:p>
        </p:txBody>
      </p:sp>
    </p:spTree>
    <p:extLst>
      <p:ext uri="{BB962C8B-B14F-4D97-AF65-F5344CB8AC3E}">
        <p14:creationId xmlns:p14="http://schemas.microsoft.com/office/powerpoint/2010/main" val="15499454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18327</TotalTime>
  <Words>970</Words>
  <Application>Microsoft Office PowerPoint</Application>
  <PresentationFormat>Widescreen</PresentationFormat>
  <Paragraphs>251</Paragraphs>
  <Slides>39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88</cp:revision>
  <dcterms:created xsi:type="dcterms:W3CDTF">2025-11-18T06:28:25Z</dcterms:created>
  <dcterms:modified xsi:type="dcterms:W3CDTF">2026-07-15T09:28:43Z</dcterms:modified>
</cp:coreProperties>
</file>