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7"/>
  </p:notesMasterIdLst>
  <p:sldIdLst>
    <p:sldId id="256" r:id="rId2"/>
    <p:sldId id="325" r:id="rId3"/>
    <p:sldId id="292" r:id="rId4"/>
    <p:sldId id="328" r:id="rId5"/>
    <p:sldId id="329" r:id="rId6"/>
    <p:sldId id="330" r:id="rId7"/>
    <p:sldId id="331" r:id="rId8"/>
    <p:sldId id="332" r:id="rId9"/>
    <p:sldId id="334" r:id="rId10"/>
    <p:sldId id="336" r:id="rId11"/>
    <p:sldId id="335" r:id="rId12"/>
    <p:sldId id="323" r:id="rId13"/>
    <p:sldId id="333" r:id="rId14"/>
    <p:sldId id="327" r:id="rId15"/>
    <p:sldId id="32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71" autoAdjust="0"/>
    <p:restoredTop sz="94404" autoAdjust="0"/>
  </p:normalViewPr>
  <p:slideViewPr>
    <p:cSldViewPr snapToGrid="0">
      <p:cViewPr varScale="1">
        <p:scale>
          <a:sx n="104" d="100"/>
          <a:sy n="104" d="100"/>
        </p:scale>
        <p:origin x="930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2/7/2026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15223</TotalTime>
  <Words>377</Words>
  <Application>Microsoft Office PowerPoint</Application>
  <PresentationFormat>Widescreen</PresentationFormat>
  <Paragraphs>111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74</cp:revision>
  <dcterms:created xsi:type="dcterms:W3CDTF">2025-11-18T06:28:25Z</dcterms:created>
  <dcterms:modified xsi:type="dcterms:W3CDTF">2026-07-02T08:52:16Z</dcterms:modified>
</cp:coreProperties>
</file>