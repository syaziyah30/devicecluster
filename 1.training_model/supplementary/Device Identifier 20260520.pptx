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8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34" r:id="rId10"/>
    <p:sldId id="335" r:id="rId11"/>
    <p:sldId id="336" r:id="rId12"/>
    <p:sldId id="323" r:id="rId13"/>
    <p:sldId id="333" r:id="rId14"/>
    <p:sldId id="327" r:id="rId15"/>
    <p:sldId id="337" r:id="rId16"/>
    <p:sldId id="32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>
        <p:scale>
          <a:sx n="100" d="100"/>
          <a:sy n="100" d="100"/>
        </p:scale>
        <p:origin x="-96" y="-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16107</TotalTime>
  <Words>426</Words>
  <Application>Microsoft Office PowerPoint</Application>
  <PresentationFormat>Widescreen</PresentationFormat>
  <Paragraphs>127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76</cp:revision>
  <dcterms:created xsi:type="dcterms:W3CDTF">2025-11-18T06:28:25Z</dcterms:created>
  <dcterms:modified xsi:type="dcterms:W3CDTF">2026-07-07T06:37:22Z</dcterms:modified>
</cp:coreProperties>
</file>