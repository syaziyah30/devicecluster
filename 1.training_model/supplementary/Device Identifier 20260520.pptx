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19"/>
  </p:notesMasterIdLst>
  <p:sldIdLst>
    <p:sldId id="256" r:id="rId2"/>
    <p:sldId id="325" r:id="rId3"/>
    <p:sldId id="292" r:id="rId4"/>
    <p:sldId id="328" r:id="rId5"/>
    <p:sldId id="329" r:id="rId6"/>
    <p:sldId id="330" r:id="rId7"/>
    <p:sldId id="331" r:id="rId8"/>
    <p:sldId id="332" r:id="rId9"/>
    <p:sldId id="334" r:id="rId10"/>
    <p:sldId id="335" r:id="rId11"/>
    <p:sldId id="336" r:id="rId12"/>
    <p:sldId id="323" r:id="rId13"/>
    <p:sldId id="333" r:id="rId14"/>
    <p:sldId id="327" r:id="rId15"/>
    <p:sldId id="337" r:id="rId16"/>
    <p:sldId id="338" r:id="rId17"/>
    <p:sldId id="326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F6F9"/>
    <a:srgbClr val="FFFF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695" autoAdjust="0"/>
    <p:restoredTop sz="94404" autoAdjust="0"/>
  </p:normalViewPr>
  <p:slideViewPr>
    <p:cSldViewPr snapToGrid="0">
      <p:cViewPr>
        <p:scale>
          <a:sx n="125" d="100"/>
          <a:sy n="125" d="100"/>
        </p:scale>
        <p:origin x="60" y="6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8/7/2026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8/7/2026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8/7/2026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8/7/2026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8/7/2026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8/7/2026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8/7/2026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8/7/2026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8/7/2026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8/7/2026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8/7/2026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8/7/2026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8/7/2026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8/7/2026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8/7/2026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8/7/2026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8/7/2026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8/7/2026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8/7/2026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603C7-851A-17BA-F35F-724AB302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261A98-B7E5-B3FC-5857-515FD7AB3FCC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- </a:t>
            </a:r>
            <a:endParaRPr lang="en-US" sz="1600" dirty="0"/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63FC3-5D18-6A3B-DFA1-0DA14539E494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AppRegistryEditor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AE1FD-CDDD-9139-25FA-F691A2DB120D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Logic.dll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327C77-A116-EAE0-8DE3-7FB44CC450AF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50325-CDB9-61B5-7A46-CFB649023530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0AF689-5BE0-25F6-7BA7-F9311277EF6D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A602B4D-832F-3642-04C7-69EEBE03FB9E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 all the function to </a:t>
            </a:r>
            <a:r>
              <a:rPr lang="en-US" sz="1600" dirty="0" err="1"/>
              <a:t>makesure</a:t>
            </a:r>
            <a:r>
              <a:rPr lang="en-US" sz="1600" dirty="0"/>
              <a:t>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the UI in console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539816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D954D-6BAB-E5BB-EDE6-E99E9E8B7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51F36-2B91-1D55-6FDC-91FFF40B05A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73312710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16733</TotalTime>
  <Words>488</Words>
  <Application>Microsoft Office PowerPoint</Application>
  <PresentationFormat>Widescreen</PresentationFormat>
  <Paragraphs>143</Paragraphs>
  <Slides>17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Arial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78</cp:revision>
  <dcterms:created xsi:type="dcterms:W3CDTF">2025-11-18T06:28:25Z</dcterms:created>
  <dcterms:modified xsi:type="dcterms:W3CDTF">2026-07-08T09:08:31Z</dcterms:modified>
</cp:coreProperties>
</file>