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5"/>
  </p:notesMasterIdLst>
  <p:sldIdLst>
    <p:sldId id="256" r:id="rId2"/>
    <p:sldId id="325" r:id="rId3"/>
    <p:sldId id="292" r:id="rId4"/>
    <p:sldId id="328" r:id="rId5"/>
    <p:sldId id="329" r:id="rId6"/>
    <p:sldId id="330" r:id="rId7"/>
    <p:sldId id="331" r:id="rId8"/>
    <p:sldId id="332" r:id="rId9"/>
    <p:sldId id="334" r:id="rId10"/>
    <p:sldId id="335" r:id="rId11"/>
    <p:sldId id="336" r:id="rId12"/>
    <p:sldId id="323" r:id="rId13"/>
    <p:sldId id="333" r:id="rId14"/>
    <p:sldId id="327" r:id="rId15"/>
    <p:sldId id="337" r:id="rId16"/>
    <p:sldId id="338" r:id="rId17"/>
    <p:sldId id="340" r:id="rId18"/>
    <p:sldId id="341" r:id="rId19"/>
    <p:sldId id="342" r:id="rId20"/>
    <p:sldId id="343" r:id="rId21"/>
    <p:sldId id="344" r:id="rId22"/>
    <p:sldId id="339" r:id="rId23"/>
    <p:sldId id="326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844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9/7/2026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9B5239-01F7-5278-045D-D1322E2A1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A1605D-5D1E-EDBE-F572-CAB90087A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30" y="834257"/>
            <a:ext cx="11225340" cy="422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4947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7A65AB-AC8B-E75F-C163-65E46DA41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221936-6A07-FD66-77B4-838B67CE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1" y="768296"/>
            <a:ext cx="11760283" cy="4727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4977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508EEB-83E1-FE34-FBB2-F0A5C5BB0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47D144-5AF1-F28C-46AD-383B6408B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88" y="793788"/>
            <a:ext cx="11850624" cy="4804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0241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FF05AB-7C89-1BF7-F26B-63C404989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686BD3A-DF54-C3CD-0F89-03B0C908F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429777"/>
            <a:ext cx="11292840" cy="5674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16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55D8A5-C254-651B-CC56-AE285B642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805763-6208-DADC-6737-7CA8A78D1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405675"/>
            <a:ext cx="11798770" cy="3916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174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0CB6C-B096-BB44-8555-A2557FD63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68872-E89A-7E2D-B8EA-C5CC5FE89B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45559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16741</TotalTime>
  <Words>488</Words>
  <Application>Microsoft Office PowerPoint</Application>
  <PresentationFormat>Widescreen</PresentationFormat>
  <Paragraphs>143</Paragraphs>
  <Slides>23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79</cp:revision>
  <dcterms:created xsi:type="dcterms:W3CDTF">2025-11-18T06:28:25Z</dcterms:created>
  <dcterms:modified xsi:type="dcterms:W3CDTF">2026-07-09T09:02:26Z</dcterms:modified>
</cp:coreProperties>
</file>