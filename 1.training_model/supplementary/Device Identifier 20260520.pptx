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2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23" r:id="rId9"/>
    <p:sldId id="327" r:id="rId10"/>
    <p:sldId id="32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71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18/6/2026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2990088" y="703237"/>
            <a:ext cx="5577840" cy="478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6845315" y="768096"/>
            <a:ext cx="3036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TO SORT THE PROJECT?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99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14327</TotalTime>
  <Words>326</Words>
  <Application>Microsoft Office PowerPoint</Application>
  <PresentationFormat>Widescreen</PresentationFormat>
  <Paragraphs>87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69</cp:revision>
  <dcterms:created xsi:type="dcterms:W3CDTF">2025-11-18T06:28:25Z</dcterms:created>
  <dcterms:modified xsi:type="dcterms:W3CDTF">2026-06-18T09:09:59Z</dcterms:modified>
</cp:coreProperties>
</file>