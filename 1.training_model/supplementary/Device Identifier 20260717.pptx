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4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14" r:id="rId14"/>
    <p:sldId id="412" r:id="rId15"/>
    <p:sldId id="413" r:id="rId16"/>
    <p:sldId id="408" r:id="rId17"/>
    <p:sldId id="406" r:id="rId18"/>
    <p:sldId id="407" r:id="rId19"/>
    <p:sldId id="397" r:id="rId20"/>
    <p:sldId id="404" r:id="rId21"/>
    <p:sldId id="400" r:id="rId22"/>
    <p:sldId id="392" r:id="rId23"/>
    <p:sldId id="393" r:id="rId24"/>
    <p:sldId id="391" r:id="rId25"/>
    <p:sldId id="389" r:id="rId26"/>
    <p:sldId id="390" r:id="rId27"/>
    <p:sldId id="399" r:id="rId28"/>
    <p:sldId id="382" r:id="rId29"/>
    <p:sldId id="375" r:id="rId30"/>
    <p:sldId id="380" r:id="rId31"/>
    <p:sldId id="381" r:id="rId32"/>
    <p:sldId id="386" r:id="rId33"/>
    <p:sldId id="383" r:id="rId34"/>
    <p:sldId id="384" r:id="rId35"/>
    <p:sldId id="376" r:id="rId36"/>
    <p:sldId id="347" r:id="rId37"/>
    <p:sldId id="378" r:id="rId38"/>
    <p:sldId id="362" r:id="rId39"/>
    <p:sldId id="363" r:id="rId40"/>
    <p:sldId id="387" r:id="rId41"/>
    <p:sldId id="366" r:id="rId42"/>
    <p:sldId id="385" r:id="rId43"/>
    <p:sldId id="373" r:id="rId44"/>
    <p:sldId id="374" r:id="rId45"/>
    <p:sldId id="369" r:id="rId46"/>
    <p:sldId id="370" r:id="rId47"/>
    <p:sldId id="372" r:id="rId48"/>
    <p:sldId id="367" r:id="rId49"/>
    <p:sldId id="352" r:id="rId50"/>
    <p:sldId id="388" r:id="rId51"/>
    <p:sldId id="351" r:id="rId52"/>
    <p:sldId id="377" r:id="rId53"/>
    <p:sldId id="371" r:id="rId54"/>
    <p:sldId id="356" r:id="rId55"/>
    <p:sldId id="355" r:id="rId56"/>
    <p:sldId id="346" r:id="rId57"/>
    <p:sldId id="349" r:id="rId58"/>
    <p:sldId id="350" r:id="rId59"/>
    <p:sldId id="353" r:id="rId60"/>
    <p:sldId id="354" r:id="rId61"/>
    <p:sldId id="357" r:id="rId62"/>
    <p:sldId id="358" r:id="rId63"/>
    <p:sldId id="360" r:id="rId64"/>
    <p:sldId id="361" r:id="rId65"/>
    <p:sldId id="365" r:id="rId66"/>
    <p:sldId id="379" r:id="rId67"/>
    <p:sldId id="325" r:id="rId68"/>
    <p:sldId id="292" r:id="rId69"/>
    <p:sldId id="328" r:id="rId70"/>
    <p:sldId id="329" r:id="rId71"/>
    <p:sldId id="330" r:id="rId72"/>
    <p:sldId id="331" r:id="rId73"/>
    <p:sldId id="332" r:id="rId74"/>
    <p:sldId id="334" r:id="rId75"/>
    <p:sldId id="335" r:id="rId76"/>
    <p:sldId id="336" r:id="rId77"/>
    <p:sldId id="323" r:id="rId78"/>
    <p:sldId id="333" r:id="rId79"/>
    <p:sldId id="327" r:id="rId80"/>
    <p:sldId id="337" r:id="rId81"/>
    <p:sldId id="338" r:id="rId82"/>
    <p:sldId id="345" r:id="rId8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886883"/>
              </p:ext>
            </p:extLst>
          </p:nvPr>
        </p:nvGraphicFramePr>
        <p:xfrm>
          <a:off x="253122" y="1105797"/>
          <a:ext cx="11398884" cy="4618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Documentation of function class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27/08/26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Draft system architecture of ML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85353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ACEC7-1349-9900-B0D4-A0A1D340C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1D7F591-04F1-3D97-D8B5-F95EDFB11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741" y="321048"/>
            <a:ext cx="7960562" cy="57138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85A694B-3B23-5085-1EDA-5FCF76C89B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28812" y="4056596"/>
            <a:ext cx="3836894" cy="16870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B3DF90-554C-D4CA-7B59-B6C9385D8287}"/>
              </a:ext>
            </a:extLst>
          </p:cNvPr>
          <p:cNvSpPr/>
          <p:nvPr/>
        </p:nvSpPr>
        <p:spPr>
          <a:xfrm>
            <a:off x="3788876" y="3934878"/>
            <a:ext cx="1294111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ML service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1C682-793F-395F-2D00-5451BB5A4F39}"/>
              </a:ext>
            </a:extLst>
          </p:cNvPr>
          <p:cNvSpPr/>
          <p:nvPr/>
        </p:nvSpPr>
        <p:spPr>
          <a:xfrm>
            <a:off x="2961233" y="1577787"/>
            <a:ext cx="4551192" cy="41954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BDF99D-BEF2-B31E-668B-36355C2433E2}"/>
              </a:ext>
            </a:extLst>
          </p:cNvPr>
          <p:cNvSpPr/>
          <p:nvPr/>
        </p:nvSpPr>
        <p:spPr>
          <a:xfrm>
            <a:off x="3797842" y="1750597"/>
            <a:ext cx="1294111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API service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9D60D6-0DA1-65C7-DF57-57D4157ADCDE}"/>
              </a:ext>
            </a:extLst>
          </p:cNvPr>
          <p:cNvSpPr/>
          <p:nvPr/>
        </p:nvSpPr>
        <p:spPr>
          <a:xfrm>
            <a:off x="7763435" y="1325096"/>
            <a:ext cx="2402541" cy="25918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7DE6BD-0033-3677-FB94-41B79BDA5198}"/>
              </a:ext>
            </a:extLst>
          </p:cNvPr>
          <p:cNvSpPr txBox="1"/>
          <p:nvPr/>
        </p:nvSpPr>
        <p:spPr>
          <a:xfrm>
            <a:off x="8127724" y="1063438"/>
            <a:ext cx="16505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Neptune Server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1DD557-EB55-6258-C96F-3A383005E99F}"/>
              </a:ext>
            </a:extLst>
          </p:cNvPr>
          <p:cNvSpPr txBox="1"/>
          <p:nvPr/>
        </p:nvSpPr>
        <p:spPr>
          <a:xfrm>
            <a:off x="2682637" y="1294860"/>
            <a:ext cx="181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SSSBPD01 Server</a:t>
            </a:r>
          </a:p>
        </p:txBody>
      </p:sp>
    </p:spTree>
    <p:extLst>
      <p:ext uri="{BB962C8B-B14F-4D97-AF65-F5344CB8AC3E}">
        <p14:creationId xmlns:p14="http://schemas.microsoft.com/office/powerpoint/2010/main" val="291020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25989</TotalTime>
  <Words>3759</Words>
  <Application>Microsoft Office PowerPoint</Application>
  <PresentationFormat>Widescreen</PresentationFormat>
  <Paragraphs>959</Paragraphs>
  <Slides>82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0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123</cp:revision>
  <dcterms:created xsi:type="dcterms:W3CDTF">2025-11-18T06:28:25Z</dcterms:created>
  <dcterms:modified xsi:type="dcterms:W3CDTF">2026-08-27T09:42:17Z</dcterms:modified>
</cp:coreProperties>
</file>