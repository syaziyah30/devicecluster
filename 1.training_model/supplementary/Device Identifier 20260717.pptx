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8"/>
  </p:notesMasterIdLst>
  <p:sldIdLst>
    <p:sldId id="256" r:id="rId2"/>
    <p:sldId id="348" r:id="rId3"/>
    <p:sldId id="395" r:id="rId4"/>
    <p:sldId id="396" r:id="rId5"/>
    <p:sldId id="398" r:id="rId6"/>
    <p:sldId id="397" r:id="rId7"/>
    <p:sldId id="392" r:id="rId8"/>
    <p:sldId id="393" r:id="rId9"/>
    <p:sldId id="391" r:id="rId10"/>
    <p:sldId id="389" r:id="rId11"/>
    <p:sldId id="390" r:id="rId12"/>
    <p:sldId id="382" r:id="rId13"/>
    <p:sldId id="375" r:id="rId14"/>
    <p:sldId id="380" r:id="rId15"/>
    <p:sldId id="381" r:id="rId16"/>
    <p:sldId id="386" r:id="rId17"/>
    <p:sldId id="383" r:id="rId18"/>
    <p:sldId id="384" r:id="rId19"/>
    <p:sldId id="376" r:id="rId20"/>
    <p:sldId id="347" r:id="rId21"/>
    <p:sldId id="378" r:id="rId22"/>
    <p:sldId id="362" r:id="rId23"/>
    <p:sldId id="363" r:id="rId24"/>
    <p:sldId id="387" r:id="rId25"/>
    <p:sldId id="366" r:id="rId26"/>
    <p:sldId id="385" r:id="rId27"/>
    <p:sldId id="373" r:id="rId28"/>
    <p:sldId id="374" r:id="rId29"/>
    <p:sldId id="369" r:id="rId30"/>
    <p:sldId id="370" r:id="rId31"/>
    <p:sldId id="372" r:id="rId32"/>
    <p:sldId id="367" r:id="rId33"/>
    <p:sldId id="352" r:id="rId34"/>
    <p:sldId id="388" r:id="rId35"/>
    <p:sldId id="351" r:id="rId36"/>
    <p:sldId id="377" r:id="rId37"/>
    <p:sldId id="371" r:id="rId38"/>
    <p:sldId id="356" r:id="rId39"/>
    <p:sldId id="355" r:id="rId40"/>
    <p:sldId id="346" r:id="rId41"/>
    <p:sldId id="349" r:id="rId42"/>
    <p:sldId id="350" r:id="rId43"/>
    <p:sldId id="353" r:id="rId44"/>
    <p:sldId id="354" r:id="rId45"/>
    <p:sldId id="357" r:id="rId46"/>
    <p:sldId id="358" r:id="rId47"/>
    <p:sldId id="360" r:id="rId48"/>
    <p:sldId id="361" r:id="rId49"/>
    <p:sldId id="365" r:id="rId50"/>
    <p:sldId id="379" r:id="rId51"/>
    <p:sldId id="325" r:id="rId52"/>
    <p:sldId id="292" r:id="rId53"/>
    <p:sldId id="328" r:id="rId54"/>
    <p:sldId id="329" r:id="rId55"/>
    <p:sldId id="330" r:id="rId56"/>
    <p:sldId id="331" r:id="rId57"/>
    <p:sldId id="332" r:id="rId58"/>
    <p:sldId id="334" r:id="rId59"/>
    <p:sldId id="335" r:id="rId60"/>
    <p:sldId id="336" r:id="rId61"/>
    <p:sldId id="323" r:id="rId62"/>
    <p:sldId id="333" r:id="rId63"/>
    <p:sldId id="327" r:id="rId64"/>
    <p:sldId id="337" r:id="rId65"/>
    <p:sldId id="338" r:id="rId66"/>
    <p:sldId id="345" r:id="rId6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E6FEE8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87470" autoAdjust="0"/>
  </p:normalViewPr>
  <p:slideViewPr>
    <p:cSldViewPr snapToGrid="0">
      <p:cViewPr varScale="1">
        <p:scale>
          <a:sx n="61" d="100"/>
          <a:sy n="61" d="100"/>
        </p:scale>
        <p:origin x="688" y="6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5/8/2026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640899" y="228261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31/07/2026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429886"/>
              </p:ext>
            </p:extLst>
          </p:nvPr>
        </p:nvGraphicFramePr>
        <p:xfrm>
          <a:off x="1155744" y="1334814"/>
          <a:ext cx="10484877" cy="43159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49495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34949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34949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“Movement of dataset [UDPATE 04/08/26]”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850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968591"/>
              </p:ext>
            </p:extLst>
          </p:nvPr>
        </p:nvGraphicFramePr>
        <p:xfrm>
          <a:off x="396558" y="1078903"/>
          <a:ext cx="11398884" cy="51179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61793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4004441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3032650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On drafting 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107154"/>
              </p:ext>
            </p:extLst>
          </p:nvPr>
        </p:nvGraphicFramePr>
        <p:xfrm>
          <a:off x="396558" y="1078903"/>
          <a:ext cx="11398884" cy="366103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7720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375337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54633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4370336" y="3013502"/>
            <a:ext cx="34513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22628</TotalTime>
  <Words>2653</Words>
  <Application>Microsoft Office PowerPoint</Application>
  <PresentationFormat>Widescreen</PresentationFormat>
  <Paragraphs>744</Paragraphs>
  <Slides>66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2" baseType="lpstr">
      <vt:lpstr>Aptos</vt:lpstr>
      <vt:lpstr>Aptos Narrow</vt:lpstr>
      <vt:lpstr>Arial</vt:lpstr>
      <vt:lpstr>Calibri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107</cp:revision>
  <dcterms:created xsi:type="dcterms:W3CDTF">2025-11-18T06:28:25Z</dcterms:created>
  <dcterms:modified xsi:type="dcterms:W3CDTF">2026-08-05T09:20:31Z</dcterms:modified>
</cp:coreProperties>
</file>