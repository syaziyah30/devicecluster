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5"/>
  </p:notesMasterIdLst>
  <p:sldIdLst>
    <p:sldId id="256" r:id="rId2"/>
    <p:sldId id="292" r:id="rId3"/>
    <p:sldId id="323" r:id="rId4"/>
    <p:sldId id="324" r:id="rId5"/>
    <p:sldId id="322" r:id="rId6"/>
    <p:sldId id="321" r:id="rId7"/>
    <p:sldId id="308" r:id="rId8"/>
    <p:sldId id="318" r:id="rId9"/>
    <p:sldId id="319" r:id="rId10"/>
    <p:sldId id="315" r:id="rId11"/>
    <p:sldId id="317" r:id="rId12"/>
    <p:sldId id="313" r:id="rId13"/>
    <p:sldId id="31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23/4/2026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82A625-0A36-5DBD-23AD-272844215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442912"/>
            <a:ext cx="97536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4739671" y="25856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4675663" y="3475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10481</TotalTime>
  <Words>592</Words>
  <Application>Microsoft Office PowerPoint</Application>
  <PresentationFormat>Widescreen</PresentationFormat>
  <Paragraphs>121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48</cp:revision>
  <dcterms:created xsi:type="dcterms:W3CDTF">2025-11-18T06:28:25Z</dcterms:created>
  <dcterms:modified xsi:type="dcterms:W3CDTF">2026-04-23T01:22:10Z</dcterms:modified>
</cp:coreProperties>
</file>