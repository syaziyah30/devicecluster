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0"/>
  </p:notesMasterIdLst>
  <p:sldIdLst>
    <p:sldId id="256" r:id="rId2"/>
    <p:sldId id="292" r:id="rId3"/>
    <p:sldId id="323" r:id="rId4"/>
    <p:sldId id="324" r:id="rId5"/>
    <p:sldId id="326" r:id="rId6"/>
    <p:sldId id="325" r:id="rId7"/>
    <p:sldId id="329" r:id="rId8"/>
    <p:sldId id="328" r:id="rId9"/>
    <p:sldId id="327" r:id="rId10"/>
    <p:sldId id="322" r:id="rId11"/>
    <p:sldId id="321" r:id="rId12"/>
    <p:sldId id="308" r:id="rId13"/>
    <p:sldId id="318" r:id="rId14"/>
    <p:sldId id="319" r:id="rId15"/>
    <p:sldId id="315" r:id="rId16"/>
    <p:sldId id="317" r:id="rId17"/>
    <p:sldId id="313" r:id="rId18"/>
    <p:sldId id="316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AF"/>
    <a:srgbClr val="CD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404" autoAdjust="0"/>
  </p:normalViewPr>
  <p:slideViewPr>
    <p:cSldViewPr snapToGrid="0">
      <p:cViewPr varScale="1">
        <p:scale>
          <a:sx n="104" d="100"/>
          <a:sy n="104" d="100"/>
        </p:scale>
        <p:origin x="930" y="15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057EA-B908-6E3D-4D5F-88BE15E16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2CB3DF-B7D2-C4C1-D86D-ACB2556AB1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B52462-D8AA-DC5A-8A9E-C3DB4DADA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B7A46-7712-26DD-613D-124E07A7F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45945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A6445-2BDF-182C-5C0C-F12209279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D02AEA-8EFA-BB67-5B13-5B150D1AD1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1D60AE-ED27-3D3E-ED1F-764F03B89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C2A09-58C6-90C2-3EA0-770104EF85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005277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596CF-9DBF-1802-F324-3589B456E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73E8EA-45DC-644E-1166-64F41C268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188DD-12F9-8098-5B69-24C7EA001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967BE-86A3-29C7-E477-4384FA7A8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293014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51BCA-D6CF-8A81-1124-AC4552606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4551C9-485E-0E04-4949-AEC093FCB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9340B6-08DD-5C3E-9E67-943687EB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35BEEB-2274-3A93-B78E-D1C1790D7A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610733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C407D-DE97-F5DB-AA93-B489D3A99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8E8EA-2B08-090E-17F9-F52A6FA37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6392F1-7D7B-ED32-D419-722532A6FE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2D747-B633-9036-2B53-3290D6757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399711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5CC31-DDBD-A83E-77AD-73DD9EA7A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6BE32-AD46-3994-D2B5-596BFA4482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D8584B-F663-50AD-7BAD-29E261633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1087DB-E39A-687F-05EB-96BC857E8E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991327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B0DA3-B6BD-4EFE-90F9-176D4D368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2C6C26-27B8-DF79-8EDF-4AB016FBB8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80787-D40B-6096-611B-13772FD3F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5CA75-2047-3865-5A46-147438F48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212003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84F9D-DF34-D68D-5A96-B29CB9258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43717-5F7A-19C6-C199-39BC97677B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277B9B-7E4F-4D34-F255-5FDBC89B6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81C03-D632-C4F9-D6AE-2D2C18AAA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04628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F4DAA-70A6-619B-B882-53C351F21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DED79-13C1-8857-2F41-72B92A919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72453-B321-C6C9-71EE-DC448A0F5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0399C-0CE2-CEC4-FD6D-A77A9605FC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259144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92DFC-8109-DB30-B777-59AD008AB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EF552C-4C8D-1FC9-AC7B-00BDC2537D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A7152-DC10-80C6-FE6C-1C4AA89990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31090-AD71-A3D3-E914-D8C02CC5F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960866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8F35F-167D-DA30-7EF9-CB97D0CEA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6C49EA-68AD-BF5D-54CF-28AD9EBD7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5B01D4-2E51-D1C9-0313-8E5226EF00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45040E-D612-6BAA-0D60-6ADCEEF2E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265566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74DD7-697C-EC60-8D90-337CFF4A3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2B252-2D58-24E7-8272-AFF769972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2BA086-306C-AD9D-F4F2-D32DEC022B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066E4-1441-C3B2-0BCE-2678E26695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016942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FF2C6-DB92-175E-3B2E-4DF06A3D1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D82C8-E3D1-A8CA-8BF3-D0FD58009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D59D6A-2965-2D27-EDD3-409B436C3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44A13-99B2-D5EF-E504-0BA1D43E9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587924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FF50B-A509-C45B-99EA-F3EC1A487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14F8DC-2EF5-DDDE-CEB3-A6C1BD8DA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7F6A9-A03C-13A9-54F3-AF196413B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44646-04EC-7EDF-C5EF-659DF5372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9347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30/4/2026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6E07FFD-2E37-CD20-EB0F-0B5C640110D2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/>
              <a:t>T</a:t>
            </a:r>
            <a:r>
              <a:rPr lang="en-MY" sz="4800" dirty="0"/>
              <a:t>HANK YOU</a:t>
            </a:r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645B29-B38D-7B94-A70E-7D634579E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82A625-0A36-5DBD-23AD-272844215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442912"/>
            <a:ext cx="9753600" cy="597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853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2729C3-C2C7-E7F9-D253-A8DC793D7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5D7633-D9D5-A1C5-6671-AA9ED1F95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72" y="218122"/>
            <a:ext cx="11493196" cy="6274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060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2C4EC8-5B76-523F-ED3F-BC66B74B0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0480DF-968A-2171-73C4-16EEF11F55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07" y="2356149"/>
            <a:ext cx="10456586" cy="1981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1377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704D49-57CA-89F2-F039-0DC36F5D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0F5462-43EE-4DAC-20E1-637BD8FCDE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1588" y="1030069"/>
            <a:ext cx="5430008" cy="49441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8DBAB1-30CC-E82A-C2AD-554DB087866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2821"/>
          <a:stretch>
            <a:fillRect/>
          </a:stretch>
        </p:blipFill>
        <p:spPr>
          <a:xfrm>
            <a:off x="434860" y="828518"/>
            <a:ext cx="5166644" cy="534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7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BC84F0-4790-2E5C-BD77-A69CA39F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5F6181-9D1F-12D2-690A-B5E1843D8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599" y="427712"/>
            <a:ext cx="5106113" cy="48870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A5C0805-4E2A-35B6-B6D6-E50B70D351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870" y="427712"/>
            <a:ext cx="5449060" cy="5210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226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E68DF9-9D3D-F010-53FB-6A72464AC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E39C31F-E5A2-7795-A7FA-E1F5E00A70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359" y="153393"/>
            <a:ext cx="4444074" cy="65695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AE3FA1-DB72-74DB-ADFA-01033F972B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064"/>
          <a:stretch>
            <a:fillRect/>
          </a:stretch>
        </p:blipFill>
        <p:spPr>
          <a:xfrm>
            <a:off x="2139697" y="345417"/>
            <a:ext cx="4063597" cy="4473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2768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bg2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bg2">
                <a:shade val="92000"/>
                <a:satMod val="170000"/>
                <a:lumMod val="96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ECE065-AC66-12E3-1D3A-11FCDA2E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B2263245-6A63-713C-7D19-F0C75BBB5FBB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808E16A-D44B-BA5C-0DC5-8D273FFE09AF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6D5B916-E6B9-9AF0-CC32-0AA217067BD3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5B55B59-FFC6-FAA3-2101-12B83A31BCC2}"/>
              </a:ext>
            </a:extLst>
          </p:cNvPr>
          <p:cNvSpPr/>
          <p:nvPr/>
        </p:nvSpPr>
        <p:spPr>
          <a:xfrm>
            <a:off x="2099865" y="3343917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Assigned by User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59220C5-6B92-285F-4FC5-65BB3FA5DB9F}"/>
              </a:ext>
            </a:extLst>
          </p:cNvPr>
          <p:cNvSpPr/>
          <p:nvPr/>
        </p:nvSpPr>
        <p:spPr>
          <a:xfrm>
            <a:off x="2099866" y="2663103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EQUIPMENT DATA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B215F14-DC45-FA52-F765-7F8EA581939F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58C81BF-2383-3654-38C6-E172FE06EAD9}"/>
              </a:ext>
            </a:extLst>
          </p:cNvPr>
          <p:cNvCxnSpPr>
            <a:cxnSpLocks/>
            <a:stCxn id="46" idx="3"/>
            <a:endCxn id="59" idx="1"/>
          </p:cNvCxnSpPr>
          <p:nvPr/>
        </p:nvCxnSpPr>
        <p:spPr>
          <a:xfrm flipV="1">
            <a:off x="4340479" y="1846624"/>
            <a:ext cx="2879471" cy="98574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564F411-A447-B617-1A4F-B63DBF6C7204}"/>
              </a:ext>
            </a:extLst>
          </p:cNvPr>
          <p:cNvCxnSpPr>
            <a:cxnSpLocks/>
            <a:stCxn id="47" idx="2"/>
            <a:endCxn id="43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9A2066B9-3169-8C73-8E7B-F67167ED2957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44213DC-43C5-092B-D21B-95BF76A88CAD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1993CCE-3CB3-5C6A-4475-3932980845D4}"/>
              </a:ext>
            </a:extLst>
          </p:cNvPr>
          <p:cNvCxnSpPr>
            <a:cxnSpLocks/>
            <a:stCxn id="51" idx="2"/>
            <a:endCxn id="52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EBEB3C4-7F87-3DEA-1CEA-B0EFDD7728AE}"/>
              </a:ext>
            </a:extLst>
          </p:cNvPr>
          <p:cNvCxnSpPr>
            <a:cxnSpLocks/>
            <a:stCxn id="43" idx="1"/>
            <a:endCxn id="45" idx="3"/>
          </p:cNvCxnSpPr>
          <p:nvPr/>
        </p:nvCxnSpPr>
        <p:spPr>
          <a:xfrm flipH="1" flipV="1">
            <a:off x="4340476" y="3583366"/>
            <a:ext cx="2671861" cy="95950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3844F614-D6D1-D49B-CC26-F4AC01C88558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2BB68A2-4FA2-D361-7789-1AE97E0E4260}"/>
              </a:ext>
            </a:extLst>
          </p:cNvPr>
          <p:cNvCxnSpPr>
            <a:cxnSpLocks/>
            <a:stCxn id="43" idx="2"/>
            <a:endCxn id="55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87127D2-C5BA-4B58-9082-32C0B89E560B}"/>
              </a:ext>
            </a:extLst>
          </p:cNvPr>
          <p:cNvCxnSpPr>
            <a:cxnSpLocks/>
            <a:stCxn id="45" idx="0"/>
            <a:endCxn id="46" idx="2"/>
          </p:cNvCxnSpPr>
          <p:nvPr/>
        </p:nvCxnSpPr>
        <p:spPr>
          <a:xfrm flipV="1">
            <a:off x="3220171" y="3001630"/>
            <a:ext cx="2" cy="34228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EE759FBE-6CFE-DEEC-EA68-5D67A221BC92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E52FC-4A4B-5E6C-B7A5-5CE0F873BF7E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7A0B3A21-655E-4615-26C5-190E56DE1275}"/>
              </a:ext>
            </a:extLst>
          </p:cNvPr>
          <p:cNvCxnSpPr>
            <a:cxnSpLocks/>
            <a:stCxn id="52" idx="2"/>
            <a:endCxn id="61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C771FA46-2E6D-F957-9562-C0DDB82195DF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506D9B6-8510-0763-57AD-F9A3318AE782}"/>
              </a:ext>
            </a:extLst>
          </p:cNvPr>
          <p:cNvCxnSpPr>
            <a:cxnSpLocks/>
            <a:endCxn id="55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580A42D-7D40-04EB-198D-2A5A23D0E7E2}"/>
              </a:ext>
            </a:extLst>
          </p:cNvPr>
          <p:cNvCxnSpPr>
            <a:cxnSpLocks/>
            <a:endCxn id="59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D5B74156-01A2-7F0F-B11D-37CE18EAAF1B}"/>
              </a:ext>
            </a:extLst>
          </p:cNvPr>
          <p:cNvSpPr/>
          <p:nvPr/>
        </p:nvSpPr>
        <p:spPr>
          <a:xfrm>
            <a:off x="4563686" y="1721094"/>
            <a:ext cx="159050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Load Data</a:t>
            </a:r>
            <a:endParaRPr lang="en-US" sz="1200" cap="none" spc="0" noProof="1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ED480E8-3F10-088D-9909-4D34E387962A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D67EDF09-076E-F726-DCE1-FE62C84A9E70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AB2BA615-3521-753D-8C86-A373DFAC8046}"/>
              </a:ext>
            </a:extLst>
          </p:cNvPr>
          <p:cNvSpPr/>
          <p:nvPr/>
        </p:nvSpPr>
        <p:spPr>
          <a:xfrm>
            <a:off x="5760448" y="3630264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8A8C5FF-BC48-3320-EA52-6E99748A9AAC}"/>
              </a:ext>
            </a:extLst>
          </p:cNvPr>
          <p:cNvSpPr/>
          <p:nvPr/>
        </p:nvSpPr>
        <p:spPr>
          <a:xfrm>
            <a:off x="1568914" y="261593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26EF863-8E33-3620-5056-3F6C8366B0DC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0C28C889-98CF-A8C6-5AC5-9499B124E6CE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B579EA79-804E-1C1C-8093-60093B802277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solidFill>
            <a:srgbClr val="FFFFAF"/>
          </a:solidFill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33573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bg2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bg2">
                <a:shade val="92000"/>
                <a:satMod val="170000"/>
                <a:lumMod val="96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3BB85D-CA50-45C1-1D0F-557D798A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3A87E2-CCA6-994F-58F6-403D4321F269}"/>
              </a:ext>
            </a:extLst>
          </p:cNvPr>
          <p:cNvSpPr/>
          <p:nvPr/>
        </p:nvSpPr>
        <p:spPr>
          <a:xfrm>
            <a:off x="5019706" y="197592"/>
            <a:ext cx="2216991" cy="6230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4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46921D-B66E-B1C9-CAC6-5AEE9B4C67D6}"/>
              </a:ext>
            </a:extLst>
          </p:cNvPr>
          <p:cNvSpPr/>
          <p:nvPr/>
        </p:nvSpPr>
        <p:spPr>
          <a:xfrm>
            <a:off x="4455598" y="4219644"/>
            <a:ext cx="3248682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1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02AD24-5CEC-14C4-00C4-089BB8B24AA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2AAAC3-C435-7D65-5867-E258D7A51EF5}"/>
              </a:ext>
            </a:extLst>
          </p:cNvPr>
          <p:cNvSpPr/>
          <p:nvPr/>
        </p:nvSpPr>
        <p:spPr>
          <a:xfrm>
            <a:off x="1626586" y="4220227"/>
            <a:ext cx="1792614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600" b="1" dirty="0"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4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1E1A13-6A55-5754-4094-8FAF9B91A0C5}"/>
              </a:ext>
            </a:extLst>
          </p:cNvPr>
          <p:cNvSpPr/>
          <p:nvPr/>
        </p:nvSpPr>
        <p:spPr>
          <a:xfrm>
            <a:off x="130503" y="1437641"/>
            <a:ext cx="1689911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6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97D8F74-5941-AA23-70DC-E0AAC1B5C5DF}"/>
              </a:ext>
            </a:extLst>
          </p:cNvPr>
          <p:cNvSpPr/>
          <p:nvPr/>
        </p:nvSpPr>
        <p:spPr>
          <a:xfrm>
            <a:off x="4923182" y="1909007"/>
            <a:ext cx="2313515" cy="1795904"/>
          </a:xfrm>
          <a:prstGeom prst="rect">
            <a:avLst/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EF6A016-AC2B-2072-630F-3116A0D14231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820414" y="1755172"/>
            <a:ext cx="3612920" cy="3430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BACC338-8D5E-7EC8-35F3-97C8FC61434E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6079939" y="3704911"/>
            <a:ext cx="1" cy="51473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6CB8A39-A3E0-F64E-2D68-2DC6E3472DCD}"/>
              </a:ext>
            </a:extLst>
          </p:cNvPr>
          <p:cNvSpPr/>
          <p:nvPr/>
        </p:nvSpPr>
        <p:spPr>
          <a:xfrm>
            <a:off x="5584392" y="2315001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18045A3-CE42-F10F-CFD8-54348ABC81F0}"/>
              </a:ext>
            </a:extLst>
          </p:cNvPr>
          <p:cNvSpPr/>
          <p:nvPr/>
        </p:nvSpPr>
        <p:spPr>
          <a:xfrm>
            <a:off x="5649174" y="2858630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42676A9-ACFA-6A6A-F921-26DD0E3F04B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6109374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04ECD9CE-D48B-15CC-8E4F-7D29D8F7E7DB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>
            <a:off x="3419200" y="4518397"/>
            <a:ext cx="1036398" cy="5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AB042E83-74BB-23B6-9992-479A6B0EE9D9}"/>
              </a:ext>
            </a:extLst>
          </p:cNvPr>
          <p:cNvSpPr/>
          <p:nvPr/>
        </p:nvSpPr>
        <p:spPr>
          <a:xfrm>
            <a:off x="4831744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5BC6C52-2F41-9CB5-039D-E9AFB5B80DA3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6079939" y="4817150"/>
            <a:ext cx="22748" cy="9688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2CEC3F7-C610-71DA-A408-692B2B96F8E3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975459" y="2072703"/>
            <a:ext cx="0" cy="248405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67E2BA8-806C-07AE-4060-94C96FB6D1BA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972194" y="4518980"/>
            <a:ext cx="65439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37D0EB03-74AB-FFDF-A2AC-92B0DFEC823E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FB28BE6-9A56-62E9-3E35-705B9F73ACB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0B7AE7-F245-FF54-2E02-0F53C19C14A0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6109374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248DB16-B635-8AB6-0EEE-41A937489B35}"/>
              </a:ext>
            </a:extLst>
          </p:cNvPr>
          <p:cNvSpPr/>
          <p:nvPr/>
        </p:nvSpPr>
        <p:spPr>
          <a:xfrm>
            <a:off x="5649174" y="3288206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51F86F2-8965-CEA1-BDD3-28A6429C841C}"/>
              </a:ext>
            </a:extLst>
          </p:cNvPr>
          <p:cNvCxnSpPr>
            <a:cxnSpLocks/>
          </p:cNvCxnSpPr>
          <p:nvPr/>
        </p:nvCxnSpPr>
        <p:spPr>
          <a:xfrm flipH="1">
            <a:off x="7373630" y="5930036"/>
            <a:ext cx="158260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5EDA90D4-0B35-562B-0121-65FEFD30298C}"/>
              </a:ext>
            </a:extLst>
          </p:cNvPr>
          <p:cNvSpPr/>
          <p:nvPr/>
        </p:nvSpPr>
        <p:spPr>
          <a:xfrm>
            <a:off x="8902282" y="1780905"/>
            <a:ext cx="45719" cy="41648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49601CF-B991-3151-D824-1867156412F7}"/>
              </a:ext>
            </a:extLst>
          </p:cNvPr>
          <p:cNvCxnSpPr>
            <a:cxnSpLocks/>
          </p:cNvCxnSpPr>
          <p:nvPr/>
        </p:nvCxnSpPr>
        <p:spPr>
          <a:xfrm flipH="1">
            <a:off x="6785417" y="1751111"/>
            <a:ext cx="2162584" cy="1388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59CDEB8-BDAF-F485-4858-F468EEE9C8AE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 flipH="1">
            <a:off x="6109376" y="820598"/>
            <a:ext cx="18826" cy="73875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4F2531B3-5436-9A38-60AC-68F0F14D9904}"/>
              </a:ext>
            </a:extLst>
          </p:cNvPr>
          <p:cNvSpPr/>
          <p:nvPr/>
        </p:nvSpPr>
        <p:spPr>
          <a:xfrm>
            <a:off x="2660520" y="1201764"/>
            <a:ext cx="182614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140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new_equipment.pkl</a:t>
            </a:r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615941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8DDA6C-5A62-1BEF-D173-0C64E3B8A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127764-F3FD-A1BD-619B-A442D3BE8EDD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800" dirty="0"/>
              <a:t>UPDATE ON (16.04.2026)</a:t>
            </a:r>
          </a:p>
        </p:txBody>
      </p:sp>
    </p:spTree>
    <p:extLst>
      <p:ext uri="{BB962C8B-B14F-4D97-AF65-F5344CB8AC3E}">
        <p14:creationId xmlns:p14="http://schemas.microsoft.com/office/powerpoint/2010/main" val="3544847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E486FB-A8D7-2F66-70C2-F698CC8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E460FC1-C3E3-7016-F339-1D3DE6D727AF}"/>
              </a:ext>
            </a:extLst>
          </p:cNvPr>
          <p:cNvSpPr/>
          <p:nvPr/>
        </p:nvSpPr>
        <p:spPr>
          <a:xfrm>
            <a:off x="3109912" y="288550"/>
            <a:ext cx="5972176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400" b="1" dirty="0"/>
              <a:t>Proof Of Concept (POC)</a:t>
            </a:r>
            <a:endParaRPr lang="en-MY" sz="44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5BCD09D-7B45-18AD-A221-DD22A26C39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61850"/>
              </p:ext>
            </p:extLst>
          </p:nvPr>
        </p:nvGraphicFramePr>
        <p:xfrm>
          <a:off x="803275" y="1605491"/>
          <a:ext cx="11036300" cy="3606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8863">
                  <a:extLst>
                    <a:ext uri="{9D8B030D-6E8A-4147-A177-3AD203B41FA5}">
                      <a16:colId xmlns:a16="http://schemas.microsoft.com/office/drawing/2014/main" val="119707335"/>
                    </a:ext>
                  </a:extLst>
                </a:gridCol>
                <a:gridCol w="7967437">
                  <a:extLst>
                    <a:ext uri="{9D8B030D-6E8A-4147-A177-3AD203B41FA5}">
                      <a16:colId xmlns:a16="http://schemas.microsoft.com/office/drawing/2014/main" val="2909228376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 Understanding</a:t>
                      </a:r>
                      <a:endParaRPr lang="en-MY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682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Objective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Produce a model of device identifier that can predict the section and cluster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10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What to Predict/Target?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Section and Cluster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5733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Setup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Structured dataset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4645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column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 (CUSTOMER, PROJECT, DEVICE ID, SECTION, CLUSTER)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914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Method?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Supervised Machine Learning  - Classification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5313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 Name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XGBoost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8829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Availability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Oiltek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– 6 project (2 real data + 4 dummy)</a:t>
                      </a:r>
                    </a:p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UGS – 6 project (2 real data + 4 dummy)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6680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 the model able to predict correctly?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893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30089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4B138-F79B-3190-6C13-DD914FBA3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96F011D-CEEF-7433-5524-F23B10ACF13E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800" dirty="0"/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29674822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1019" y="1801640"/>
            <a:ext cx="6259455" cy="381010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4739671" y="258561"/>
            <a:ext cx="22421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304AE1-9FFD-5D1C-EA30-76AB0E143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D2F06A8-6F34-FB7C-99CA-D5B7B6BA0829}"/>
              </a:ext>
            </a:extLst>
          </p:cNvPr>
          <p:cNvSpPr/>
          <p:nvPr/>
        </p:nvSpPr>
        <p:spPr>
          <a:xfrm>
            <a:off x="3357243" y="663392"/>
            <a:ext cx="5235070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CUSTOMER : UGS  </a:t>
            </a:r>
            <a:r>
              <a:rPr lang="en-US" sz="1400" dirty="0"/>
              <a:t>P</a:t>
            </a:r>
            <a:r>
              <a:rPr lang="en-MY" sz="1400" dirty="0"/>
              <a:t>ROJECT: A2027        TOTAL DEVICE : 328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50CA3E-626B-CB93-987C-9518012BE204}"/>
              </a:ext>
            </a:extLst>
          </p:cNvPr>
          <p:cNvSpPr txBox="1"/>
          <p:nvPr/>
        </p:nvSpPr>
        <p:spPr>
          <a:xfrm>
            <a:off x="95250" y="6593130"/>
            <a:ext cx="792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050" dirty="0" err="1"/>
              <a:t>Filepath</a:t>
            </a:r>
            <a:r>
              <a:rPr lang="en-MY" sz="1050" dirty="0"/>
              <a:t>  : "C:\Users\sitisyaziyah\Documents\Device_Identifier\Dummy data\UGS - structured data.xlsx“ (sheet = A2027-S2)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D1F1BF-BC42-246A-BEF3-35FBB30AFB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810" y="1053202"/>
            <a:ext cx="10286971" cy="545317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A3692A3-9B0B-DC5B-8A80-F2C1BAA3C152}"/>
              </a:ext>
            </a:extLst>
          </p:cNvPr>
          <p:cNvSpPr/>
          <p:nvPr/>
        </p:nvSpPr>
        <p:spPr>
          <a:xfrm>
            <a:off x="4675663" y="34751"/>
            <a:ext cx="22421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UGS</a:t>
            </a:r>
            <a:endParaRPr lang="en-US" sz="4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882204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679647-F271-F17F-14F8-01FF566A0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6E8B70-DC69-FF92-CA47-5D65C926A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534" y="1180986"/>
            <a:ext cx="6073801" cy="510551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DFF0C8E-DEB7-77E9-5323-611C30F53488}"/>
              </a:ext>
            </a:extLst>
          </p:cNvPr>
          <p:cNvSpPr/>
          <p:nvPr/>
        </p:nvSpPr>
        <p:spPr>
          <a:xfrm>
            <a:off x="194180" y="257175"/>
            <a:ext cx="2369561" cy="7905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: A1706</a:t>
            </a:r>
          </a:p>
          <a:p>
            <a:r>
              <a:rPr lang="en-MY" sz="1400" dirty="0"/>
              <a:t>CUSTOMER 	: OILTEK</a:t>
            </a:r>
          </a:p>
          <a:p>
            <a:r>
              <a:rPr lang="en-MY" sz="1400" dirty="0"/>
              <a:t>FORMAT DATASET TO LOAD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1A24C2-F84D-BA8F-3749-5EF19C48A0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(sheet = A1076_df)</a:t>
            </a:r>
          </a:p>
        </p:txBody>
      </p:sp>
    </p:spTree>
    <p:extLst>
      <p:ext uri="{BB962C8B-B14F-4D97-AF65-F5344CB8AC3E}">
        <p14:creationId xmlns:p14="http://schemas.microsoft.com/office/powerpoint/2010/main" val="35972092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6294E8-DB96-89DD-76FD-F0FEDF6D6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CA863E-898B-B444-42D6-372454A7A07A}"/>
              </a:ext>
            </a:extLst>
          </p:cNvPr>
          <p:cNvSpPr/>
          <p:nvPr/>
        </p:nvSpPr>
        <p:spPr>
          <a:xfrm>
            <a:off x="3861306" y="134065"/>
            <a:ext cx="5235070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CUSTOMER : UGS  </a:t>
            </a:r>
            <a:r>
              <a:rPr lang="en-US" sz="1400" dirty="0"/>
              <a:t>P</a:t>
            </a:r>
            <a:r>
              <a:rPr lang="en-MY" sz="1400" dirty="0"/>
              <a:t>ROJECT: A1887 TOTAL DEVICE : 286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238E74-41BE-EAF8-7443-9CB7F70C1DEC}"/>
              </a:ext>
            </a:extLst>
          </p:cNvPr>
          <p:cNvSpPr txBox="1"/>
          <p:nvPr/>
        </p:nvSpPr>
        <p:spPr>
          <a:xfrm>
            <a:off x="95250" y="6593130"/>
            <a:ext cx="792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050" dirty="0" err="1"/>
              <a:t>Filepath</a:t>
            </a:r>
            <a:r>
              <a:rPr lang="en-MY" sz="1050" dirty="0"/>
              <a:t>  : "C:\Users\sitisyaziyah\Documents\Device_Identifier\Dummy data\UGS - structured data.xlsx“ (sheet = A1887-S2)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DED758-7E45-8B88-A1CE-96FED269D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1358" y="500715"/>
            <a:ext cx="8794965" cy="60924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6F83BE-392E-BF69-95E6-E186F278EF24}"/>
              </a:ext>
            </a:extLst>
          </p:cNvPr>
          <p:cNvSpPr txBox="1"/>
          <p:nvPr/>
        </p:nvSpPr>
        <p:spPr>
          <a:xfrm>
            <a:off x="261702" y="500715"/>
            <a:ext cx="1819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>
                <a:solidFill>
                  <a:srgbClr val="FF0000"/>
                </a:solidFill>
              </a:rPr>
              <a:t>Note 16/4/2026</a:t>
            </a:r>
          </a:p>
          <a:p>
            <a:r>
              <a:rPr lang="en-MY" dirty="0">
                <a:solidFill>
                  <a:srgbClr val="FF0000"/>
                </a:solidFill>
              </a:rPr>
              <a:t>DROPOUT OILTEK_A1827</a:t>
            </a:r>
          </a:p>
          <a:p>
            <a:r>
              <a:rPr lang="en-MY" dirty="0">
                <a:solidFill>
                  <a:srgbClr val="FF0000"/>
                </a:solidFill>
              </a:rPr>
              <a:t>UGS_A1887</a:t>
            </a:r>
          </a:p>
        </p:txBody>
      </p:sp>
    </p:spTree>
    <p:extLst>
      <p:ext uri="{BB962C8B-B14F-4D97-AF65-F5344CB8AC3E}">
        <p14:creationId xmlns:p14="http://schemas.microsoft.com/office/powerpoint/2010/main" val="169109733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11145</TotalTime>
  <Words>597</Words>
  <Application>Microsoft Office PowerPoint</Application>
  <PresentationFormat>Widescreen</PresentationFormat>
  <Paragraphs>126</Paragraphs>
  <Slides>18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50</cp:revision>
  <dcterms:created xsi:type="dcterms:W3CDTF">2025-11-18T06:28:25Z</dcterms:created>
  <dcterms:modified xsi:type="dcterms:W3CDTF">2026-04-30T09:20:07Z</dcterms:modified>
</cp:coreProperties>
</file>