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5"/>
  </p:notesMasterIdLst>
  <p:sldIdLst>
    <p:sldId id="256" r:id="rId2"/>
    <p:sldId id="292" r:id="rId3"/>
    <p:sldId id="323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A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71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20/5/2026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13100</TotalTime>
  <Words>163</Words>
  <Application>Microsoft Office PowerPoint</Application>
  <PresentationFormat>Widescreen</PresentationFormat>
  <Paragraphs>33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63</cp:revision>
  <dcterms:created xsi:type="dcterms:W3CDTF">2025-11-18T06:28:25Z</dcterms:created>
  <dcterms:modified xsi:type="dcterms:W3CDTF">2026-05-20T05:41:40Z</dcterms:modified>
</cp:coreProperties>
</file>