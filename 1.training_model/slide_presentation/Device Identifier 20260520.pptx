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"/>
  </p:notesMasterIdLst>
  <p:sldIdLst>
    <p:sldId id="256" r:id="rId2"/>
    <p:sldId id="325" r:id="rId3"/>
    <p:sldId id="292" r:id="rId4"/>
    <p:sldId id="323" r:id="rId5"/>
    <p:sldId id="327" r:id="rId6"/>
    <p:sldId id="326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21/5/2026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4504451" y="960120"/>
            <a:ext cx="3036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SORT THE PROJECT?</a:t>
            </a:r>
          </a:p>
        </p:txBody>
      </p:sp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13447</TotalTime>
  <Words>250</Words>
  <Application>Microsoft Office PowerPoint</Application>
  <PresentationFormat>Widescreen</PresentationFormat>
  <Paragraphs>61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65</cp:revision>
  <dcterms:created xsi:type="dcterms:W3CDTF">2025-11-18T06:28:25Z</dcterms:created>
  <dcterms:modified xsi:type="dcterms:W3CDTF">2026-05-21T08:57:16Z</dcterms:modified>
</cp:coreProperties>
</file>