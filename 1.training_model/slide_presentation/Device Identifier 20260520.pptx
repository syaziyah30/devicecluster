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"/>
  </p:notesMasterIdLst>
  <p:sldIdLst>
    <p:sldId id="256" r:id="rId2"/>
    <p:sldId id="325" r:id="rId3"/>
    <p:sldId id="292" r:id="rId4"/>
    <p:sldId id="323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F6F9"/>
    <a:srgbClr val="FFF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1" autoAdjust="0"/>
    <p:restoredTop sz="94404" autoAdjust="0"/>
  </p:normalViewPr>
  <p:slideViewPr>
    <p:cSldViewPr snapToGrid="0">
      <p:cViewPr varScale="1">
        <p:scale>
          <a:sx n="70" d="100"/>
          <a:sy n="70" d="100"/>
        </p:scale>
        <p:origin x="576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D8B80A-F233-4240-BDAF-6537AE249829}" type="datetimeFigureOut">
              <a:rPr lang="en-MY" smtClean="0"/>
              <a:t>20/5/2026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833E0-5E66-4D1D-89F5-BD860FDD8F7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41262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2298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2298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3267B-B82B-1EDC-363F-2C9961D70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7EDB8-B816-FA3D-09DD-5351C1101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9C20B-29BD-CFE3-AAB6-D25BDE1AD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F6E11-1359-6B01-777F-A6EC05674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13408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20/5/2026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07509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20/5/2026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798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20/5/2026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75960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20/5/2026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35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20/5/2026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00062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20/5/2026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65778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20/5/2026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4645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20/5/2026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4680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20/5/2026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8546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20/5/2026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7762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20/5/2026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87838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20/5/2026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84611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20/5/2026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26750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20/5/2026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10709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20/5/2026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66895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20/5/2026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676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20/5/2026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439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CD01395-AC05-405C-BAB9-E5D2B9FDBB40}" type="datetimeFigureOut">
              <a:rPr lang="en-MY" smtClean="0"/>
              <a:t>20/5/2026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80614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CA8BF-74AE-1522-7BD3-7F764B4CF1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Update </a:t>
            </a:r>
            <a:r>
              <a:rPr lang="en-MY" dirty="0" err="1"/>
              <a:t>Xenxible</a:t>
            </a:r>
            <a:r>
              <a:rPr lang="en-MY" dirty="0"/>
              <a:t> Project Device Identifier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6E070-33C3-873C-ADD2-09B7AAE3EB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 dirty="0"/>
              <a:t>Syaziyah</a:t>
            </a:r>
          </a:p>
        </p:txBody>
      </p:sp>
    </p:spTree>
    <p:extLst>
      <p:ext uri="{BB962C8B-B14F-4D97-AF65-F5344CB8AC3E}">
        <p14:creationId xmlns:p14="http://schemas.microsoft.com/office/powerpoint/2010/main" val="151686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DE19C-F5BD-B912-3E54-53724452B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DB410C-EA40-6A78-6A16-2CEC8DDAB8CC}"/>
              </a:ext>
            </a:extLst>
          </p:cNvPr>
          <p:cNvSpPr/>
          <p:nvPr/>
        </p:nvSpPr>
        <p:spPr>
          <a:xfrm>
            <a:off x="5165025" y="247650"/>
            <a:ext cx="1861951" cy="492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b="1" dirty="0"/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100" dirty="0"/>
              <a:t>(Customer, Project, Device ID</a:t>
            </a:r>
            <a:r>
              <a:rPr lang="en-MY" sz="1400" b="1" dirty="0"/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783AE-E4BB-7E7F-7041-A46A51505740}"/>
              </a:ext>
            </a:extLst>
          </p:cNvPr>
          <p:cNvSpPr/>
          <p:nvPr/>
        </p:nvSpPr>
        <p:spPr>
          <a:xfrm>
            <a:off x="4741548" y="4728283"/>
            <a:ext cx="3186725" cy="5975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dirty="0"/>
              <a:t>RESULT OUTPUT</a:t>
            </a:r>
          </a:p>
          <a:p>
            <a:pPr algn="ctr"/>
            <a:r>
              <a:rPr lang="en-MY" sz="1100" dirty="0"/>
              <a:t>(Customer, Project, Device ID, Device Type, Section)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87876A-373C-4675-FD3D-7DB0A7CF37C8}"/>
              </a:ext>
            </a:extLst>
          </p:cNvPr>
          <p:cNvSpPr/>
          <p:nvPr/>
        </p:nvSpPr>
        <p:spPr>
          <a:xfrm>
            <a:off x="3467858" y="2438352"/>
            <a:ext cx="1292938" cy="2360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  <a:r>
              <a:rPr lang="en-MY" dirty="0"/>
              <a:t>REFIX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7A7917-7751-58A4-D13B-2017E2CC3231}"/>
              </a:ext>
            </a:extLst>
          </p:cNvPr>
          <p:cNvSpPr/>
          <p:nvPr/>
        </p:nvSpPr>
        <p:spPr>
          <a:xfrm>
            <a:off x="-16886" y="493985"/>
            <a:ext cx="3353985" cy="316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CREATE ON (18.03.2026)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4ADA14-556C-C309-8718-D47DA0A7B155}"/>
              </a:ext>
            </a:extLst>
          </p:cNvPr>
          <p:cNvSpPr/>
          <p:nvPr/>
        </p:nvSpPr>
        <p:spPr>
          <a:xfrm>
            <a:off x="1557482" y="4760255"/>
            <a:ext cx="1610264" cy="4825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UNKNOWN</a:t>
            </a:r>
          </a:p>
          <a:p>
            <a:pPr algn="ctr"/>
            <a:r>
              <a:rPr lang="en-MY" sz="1400" dirty="0"/>
              <a:t>= Assign by User</a:t>
            </a:r>
            <a:endParaRPr lang="en-MY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61EBCC-E49B-C93D-F2D2-210F5633FD72}"/>
              </a:ext>
            </a:extLst>
          </p:cNvPr>
          <p:cNvSpPr/>
          <p:nvPr/>
        </p:nvSpPr>
        <p:spPr>
          <a:xfrm>
            <a:off x="294568" y="1463374"/>
            <a:ext cx="1419280" cy="6350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NEW LIST EQUIPMENT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68DD4B-6101-9B54-2013-B930C6F32152}"/>
              </a:ext>
            </a:extLst>
          </p:cNvPr>
          <p:cNvSpPr/>
          <p:nvPr/>
        </p:nvSpPr>
        <p:spPr>
          <a:xfrm>
            <a:off x="9950620" y="1463374"/>
            <a:ext cx="1734622" cy="6432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&amp; SAVE MODEL</a:t>
            </a:r>
            <a:endParaRPr lang="en-MY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3A1BAA-8A37-06A4-CFA7-3DA154A8EA4B}"/>
              </a:ext>
            </a:extLst>
          </p:cNvPr>
          <p:cNvSpPr/>
          <p:nvPr/>
        </p:nvSpPr>
        <p:spPr>
          <a:xfrm>
            <a:off x="6935647" y="2487111"/>
            <a:ext cx="1095037" cy="2360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MY" dirty="0"/>
              <a:t>UFFIX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009BAE-D44D-F5B4-9F55-A99E839A952E}"/>
              </a:ext>
            </a:extLst>
          </p:cNvPr>
          <p:cNvSpPr/>
          <p:nvPr/>
        </p:nvSpPr>
        <p:spPr>
          <a:xfrm>
            <a:off x="3490801" y="3928843"/>
            <a:ext cx="1383224" cy="2936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Device Type</a:t>
            </a:r>
            <a:endParaRPr lang="en-MY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90989D-EB23-A7D3-7439-DABFD06D0794}"/>
              </a:ext>
            </a:extLst>
          </p:cNvPr>
          <p:cNvSpPr/>
          <p:nvPr/>
        </p:nvSpPr>
        <p:spPr>
          <a:xfrm>
            <a:off x="5865017" y="4014458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Section</a:t>
            </a:r>
            <a:endParaRPr lang="en-MY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9F5D1E-CD6A-7D48-EB4E-8860169D6207}"/>
              </a:ext>
            </a:extLst>
          </p:cNvPr>
          <p:cNvSpPr/>
          <p:nvPr/>
        </p:nvSpPr>
        <p:spPr>
          <a:xfrm>
            <a:off x="2428252" y="3053537"/>
            <a:ext cx="2991706" cy="686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SGD Classifier Hybrid Model </a:t>
            </a:r>
          </a:p>
          <a:p>
            <a:pPr algn="ctr"/>
            <a:r>
              <a:rPr lang="en-US" sz="1100" dirty="0"/>
              <a:t>- SGD Classifier </a:t>
            </a:r>
          </a:p>
          <a:p>
            <a:pPr algn="ctr"/>
            <a:r>
              <a:rPr lang="en-US" sz="1100" dirty="0"/>
              <a:t>- Composite Similarity</a:t>
            </a:r>
            <a:endParaRPr lang="en-MY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D3ED68-A5CA-A2A1-EC69-C01276A330DC}"/>
              </a:ext>
            </a:extLst>
          </p:cNvPr>
          <p:cNvSpPr/>
          <p:nvPr/>
        </p:nvSpPr>
        <p:spPr>
          <a:xfrm>
            <a:off x="5726456" y="3011355"/>
            <a:ext cx="1197522" cy="267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XGBoost</a:t>
            </a:r>
            <a:endParaRPr lang="en-MY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5C02FA-690D-C3CB-2191-C15372D0FC28}"/>
              </a:ext>
            </a:extLst>
          </p:cNvPr>
          <p:cNvSpPr/>
          <p:nvPr/>
        </p:nvSpPr>
        <p:spPr>
          <a:xfrm>
            <a:off x="2316480" y="1909006"/>
            <a:ext cx="7195820" cy="2576751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0B1280C-E353-29EA-5158-E1ACE8A858C7}"/>
              </a:ext>
            </a:extLst>
          </p:cNvPr>
          <p:cNvCxnSpPr>
            <a:cxnSpLocks/>
            <a:stCxn id="48" idx="2"/>
            <a:endCxn id="12" idx="0"/>
          </p:cNvCxnSpPr>
          <p:nvPr/>
        </p:nvCxnSpPr>
        <p:spPr>
          <a:xfrm flipH="1">
            <a:off x="4114327" y="2019592"/>
            <a:ext cx="1995049" cy="41876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D366D70-1510-CF42-1823-4E988A8D80C1}"/>
              </a:ext>
            </a:extLst>
          </p:cNvPr>
          <p:cNvCxnSpPr>
            <a:cxnSpLocks/>
            <a:stCxn id="48" idx="2"/>
            <a:endCxn id="28" idx="0"/>
          </p:cNvCxnSpPr>
          <p:nvPr/>
        </p:nvCxnSpPr>
        <p:spPr>
          <a:xfrm>
            <a:off x="6109376" y="2019592"/>
            <a:ext cx="1373790" cy="46751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28F39D8-A364-A491-5B2C-429E1032BE64}"/>
              </a:ext>
            </a:extLst>
          </p:cNvPr>
          <p:cNvCxnSpPr>
            <a:cxnSpLocks/>
          </p:cNvCxnSpPr>
          <p:nvPr/>
        </p:nvCxnSpPr>
        <p:spPr>
          <a:xfrm>
            <a:off x="4126392" y="2685576"/>
            <a:ext cx="0" cy="36796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6FEF42E-4656-8981-D383-06817A37F08A}"/>
              </a:ext>
            </a:extLst>
          </p:cNvPr>
          <p:cNvCxnSpPr>
            <a:cxnSpLocks/>
          </p:cNvCxnSpPr>
          <p:nvPr/>
        </p:nvCxnSpPr>
        <p:spPr>
          <a:xfrm>
            <a:off x="4156249" y="3740057"/>
            <a:ext cx="0" cy="17771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9FC763D-AB16-C05E-FCAC-17C951C51634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6334911" y="2723137"/>
            <a:ext cx="1148255" cy="28743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6460963-CA31-955B-1356-B12770A46D12}"/>
              </a:ext>
            </a:extLst>
          </p:cNvPr>
          <p:cNvCxnSpPr>
            <a:cxnSpLocks/>
            <a:stCxn id="32" idx="2"/>
            <a:endCxn id="30" idx="0"/>
          </p:cNvCxnSpPr>
          <p:nvPr/>
        </p:nvCxnSpPr>
        <p:spPr>
          <a:xfrm>
            <a:off x="6325217" y="3279332"/>
            <a:ext cx="0" cy="73512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2DE82C8-536C-FB4F-0DF1-B2B400ED795F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>
            <a:off x="1713848" y="1780905"/>
            <a:ext cx="3719486" cy="85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9ABED89-3B8F-B118-E340-A5A5A1816223}"/>
              </a:ext>
            </a:extLst>
          </p:cNvPr>
          <p:cNvCxnSpPr>
            <a:cxnSpLocks/>
            <a:stCxn id="48" idx="3"/>
            <a:endCxn id="5" idx="1"/>
          </p:cNvCxnSpPr>
          <p:nvPr/>
        </p:nvCxnSpPr>
        <p:spPr>
          <a:xfrm flipV="1">
            <a:off x="6785417" y="1784995"/>
            <a:ext cx="3165203" cy="44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F19441-888D-F983-EB9B-43F03913D145}"/>
              </a:ext>
            </a:extLst>
          </p:cNvPr>
          <p:cNvCxnSpPr>
            <a:cxnSpLocks/>
            <a:stCxn id="4" idx="2"/>
            <a:endCxn id="48" idx="0"/>
          </p:cNvCxnSpPr>
          <p:nvPr/>
        </p:nvCxnSpPr>
        <p:spPr>
          <a:xfrm>
            <a:off x="6096001" y="740321"/>
            <a:ext cx="13375" cy="81903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50DA2D7-5321-C782-AAA8-70008D5D8EB0}"/>
              </a:ext>
            </a:extLst>
          </p:cNvPr>
          <p:cNvSpPr/>
          <p:nvPr/>
        </p:nvSpPr>
        <p:spPr>
          <a:xfrm>
            <a:off x="8078855" y="2992364"/>
            <a:ext cx="1049965" cy="267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DBScan</a:t>
            </a:r>
            <a:endParaRPr lang="en-MY" sz="1400" dirty="0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56C5957-EB4A-DF08-B3C1-09B043758ADD}"/>
              </a:ext>
            </a:extLst>
          </p:cNvPr>
          <p:cNvCxnSpPr>
            <a:cxnSpLocks/>
            <a:stCxn id="28" idx="2"/>
            <a:endCxn id="104" idx="0"/>
          </p:cNvCxnSpPr>
          <p:nvPr/>
        </p:nvCxnSpPr>
        <p:spPr>
          <a:xfrm>
            <a:off x="7483166" y="2723137"/>
            <a:ext cx="1120672" cy="26922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498A5A2-DD75-04DF-0A80-6D33023126E4}"/>
              </a:ext>
            </a:extLst>
          </p:cNvPr>
          <p:cNvSpPr/>
          <p:nvPr/>
        </p:nvSpPr>
        <p:spPr>
          <a:xfrm>
            <a:off x="8143637" y="4014458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Cluster</a:t>
            </a:r>
            <a:endParaRPr lang="en-MY" dirty="0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900296C-AD16-20AA-03BB-D5F941E72D3A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8603837" y="3260341"/>
            <a:ext cx="1" cy="75411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26D2039-7C65-8931-F540-0D055AB19AF1}"/>
              </a:ext>
            </a:extLst>
          </p:cNvPr>
          <p:cNvCxnSpPr>
            <a:cxnSpLocks/>
            <a:stCxn id="113" idx="2"/>
            <a:endCxn id="11" idx="0"/>
          </p:cNvCxnSpPr>
          <p:nvPr/>
        </p:nvCxnSpPr>
        <p:spPr>
          <a:xfrm flipH="1">
            <a:off x="6334911" y="4252054"/>
            <a:ext cx="2268926" cy="47622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2A3614-9713-4F95-B94F-13D4FCEF8B52}"/>
              </a:ext>
            </a:extLst>
          </p:cNvPr>
          <p:cNvCxnSpPr>
            <a:cxnSpLocks/>
            <a:stCxn id="30" idx="2"/>
            <a:endCxn id="11" idx="0"/>
          </p:cNvCxnSpPr>
          <p:nvPr/>
        </p:nvCxnSpPr>
        <p:spPr>
          <a:xfrm>
            <a:off x="6325217" y="4252054"/>
            <a:ext cx="9694" cy="47622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BFFE8D3-AC92-50AC-C6B5-A8171747AB17}"/>
              </a:ext>
            </a:extLst>
          </p:cNvPr>
          <p:cNvCxnSpPr>
            <a:cxnSpLocks/>
            <a:stCxn id="29" idx="2"/>
            <a:endCxn id="11" idx="0"/>
          </p:cNvCxnSpPr>
          <p:nvPr/>
        </p:nvCxnSpPr>
        <p:spPr>
          <a:xfrm>
            <a:off x="4182413" y="4222463"/>
            <a:ext cx="2152498" cy="50582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11AFC0C-CF7A-CDF2-EC1E-07215C078581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3167746" y="5001553"/>
            <a:ext cx="1573802" cy="2548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82450F8A-D658-9FDB-7531-BCD001B299A6}"/>
              </a:ext>
            </a:extLst>
          </p:cNvPr>
          <p:cNvSpPr/>
          <p:nvPr/>
        </p:nvSpPr>
        <p:spPr>
          <a:xfrm>
            <a:off x="5063967" y="5786026"/>
            <a:ext cx="2541886" cy="288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&amp; SAVE MODEL</a:t>
            </a:r>
            <a:endParaRPr lang="en-MY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7316FE7-4B6A-51D9-845B-5E9B0697049A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 flipH="1">
            <a:off x="6334910" y="5325789"/>
            <a:ext cx="1" cy="46023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2EBA51A-B89B-4B76-F652-7D3A5839B008}"/>
              </a:ext>
            </a:extLst>
          </p:cNvPr>
          <p:cNvGrpSpPr/>
          <p:nvPr/>
        </p:nvGrpSpPr>
        <p:grpSpPr>
          <a:xfrm>
            <a:off x="972920" y="2098436"/>
            <a:ext cx="584562" cy="2928602"/>
            <a:chOff x="972920" y="2098436"/>
            <a:chExt cx="584562" cy="2928602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C3DC5C35-9205-120B-F8B2-E5B5DF7F3564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998294" y="2098436"/>
              <a:ext cx="5914" cy="292860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A5A4D9E-2892-9ACD-3EA3-E817A29BC06F}"/>
                </a:ext>
              </a:extLst>
            </p:cNvPr>
            <p:cNvCxnSpPr>
              <a:cxnSpLocks/>
              <a:endCxn id="3" idx="1"/>
            </p:cNvCxnSpPr>
            <p:nvPr/>
          </p:nvCxnSpPr>
          <p:spPr>
            <a:xfrm>
              <a:off x="972920" y="5001552"/>
              <a:ext cx="584562" cy="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5FB6E3BF-51CF-78EE-4FA8-C9102DF918B9}"/>
              </a:ext>
            </a:extLst>
          </p:cNvPr>
          <p:cNvSpPr/>
          <p:nvPr/>
        </p:nvSpPr>
        <p:spPr>
          <a:xfrm>
            <a:off x="45677" y="163290"/>
            <a:ext cx="3353985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2A37EF-F5AC-7249-4426-A2982CEBE2CF}"/>
              </a:ext>
            </a:extLst>
          </p:cNvPr>
          <p:cNvSpPr/>
          <p:nvPr/>
        </p:nvSpPr>
        <p:spPr>
          <a:xfrm>
            <a:off x="5433334" y="1559355"/>
            <a:ext cx="1352083" cy="4602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ML MODEL</a:t>
            </a:r>
            <a:endParaRPr lang="en-MY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9568AF-D5BB-AD82-2087-B821887A488F}"/>
              </a:ext>
            </a:extLst>
          </p:cNvPr>
          <p:cNvSpPr/>
          <p:nvPr/>
        </p:nvSpPr>
        <p:spPr>
          <a:xfrm>
            <a:off x="-16887" y="730035"/>
            <a:ext cx="3353985" cy="316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(20.0.2026)</a:t>
            </a:r>
          </a:p>
        </p:txBody>
      </p:sp>
    </p:spTree>
    <p:extLst>
      <p:ext uri="{BB962C8B-B14F-4D97-AF65-F5344CB8AC3E}">
        <p14:creationId xmlns:p14="http://schemas.microsoft.com/office/powerpoint/2010/main" val="97107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DE19C-F5BD-B912-3E54-53724452B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DB410C-EA40-6A78-6A16-2CEC8DDAB8CC}"/>
              </a:ext>
            </a:extLst>
          </p:cNvPr>
          <p:cNvSpPr/>
          <p:nvPr/>
        </p:nvSpPr>
        <p:spPr>
          <a:xfrm>
            <a:off x="7555894" y="235052"/>
            <a:ext cx="2379453" cy="6230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</a:t>
            </a: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783AE-E4BB-7E7F-7041-A46A51505740}"/>
              </a:ext>
            </a:extLst>
          </p:cNvPr>
          <p:cNvSpPr/>
          <p:nvPr/>
        </p:nvSpPr>
        <p:spPr>
          <a:xfrm>
            <a:off x="7012337" y="4244120"/>
            <a:ext cx="3475552" cy="5975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RESULT OUTPUT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ID,  Section, Cluster)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7A7917-7751-58A4-D13B-2017E2CC3231}"/>
              </a:ext>
            </a:extLst>
          </p:cNvPr>
          <p:cNvSpPr/>
          <p:nvPr/>
        </p:nvSpPr>
        <p:spPr>
          <a:xfrm>
            <a:off x="4365" y="318300"/>
            <a:ext cx="2312411" cy="3683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(16.04.2026)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4ADA14-556C-C309-8718-D47DA0A7B155}"/>
              </a:ext>
            </a:extLst>
          </p:cNvPr>
          <p:cNvSpPr/>
          <p:nvPr/>
        </p:nvSpPr>
        <p:spPr>
          <a:xfrm>
            <a:off x="2627196" y="3465462"/>
            <a:ext cx="2240611" cy="4788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= Assign by User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61EBCC-E49B-C93D-F2D2-210F5633FD72}"/>
              </a:ext>
            </a:extLst>
          </p:cNvPr>
          <p:cNvSpPr/>
          <p:nvPr/>
        </p:nvSpPr>
        <p:spPr>
          <a:xfrm>
            <a:off x="2627194" y="2541670"/>
            <a:ext cx="2240613" cy="3385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NEW LIST OF EQUIPMENT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5C02FA-690D-C3CB-2191-C15372D0FC28}"/>
              </a:ext>
            </a:extLst>
          </p:cNvPr>
          <p:cNvSpPr/>
          <p:nvPr/>
        </p:nvSpPr>
        <p:spPr>
          <a:xfrm>
            <a:off x="7214203" y="1909007"/>
            <a:ext cx="3076565" cy="17959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1600" b="1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2DE82C8-536C-FB4F-0DF1-B2B400ED795F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 flipV="1">
            <a:off x="4867807" y="1846624"/>
            <a:ext cx="2352143" cy="86431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F19441-888D-F983-EB9B-43F03913D145}"/>
              </a:ext>
            </a:extLst>
          </p:cNvPr>
          <p:cNvCxnSpPr>
            <a:cxnSpLocks/>
            <a:stCxn id="33" idx="2"/>
            <a:endCxn id="11" idx="0"/>
          </p:cNvCxnSpPr>
          <p:nvPr/>
        </p:nvCxnSpPr>
        <p:spPr>
          <a:xfrm flipH="1">
            <a:off x="8750113" y="3704911"/>
            <a:ext cx="2373" cy="539209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50DA2D7-5321-C782-AAA8-70008D5D8EB0}"/>
              </a:ext>
            </a:extLst>
          </p:cNvPr>
          <p:cNvSpPr/>
          <p:nvPr/>
        </p:nvSpPr>
        <p:spPr>
          <a:xfrm>
            <a:off x="9021647" y="2315001"/>
            <a:ext cx="1049965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498A5A2-DD75-04DF-0A80-6D33023126E4}"/>
              </a:ext>
            </a:extLst>
          </p:cNvPr>
          <p:cNvSpPr/>
          <p:nvPr/>
        </p:nvSpPr>
        <p:spPr>
          <a:xfrm>
            <a:off x="9086429" y="2858630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900296C-AD16-20AA-03BB-D5F941E72D3A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9546629" y="2582978"/>
            <a:ext cx="1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11AFC0C-CF7A-CDF2-EC1E-07215C078581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4867807" y="3704911"/>
            <a:ext cx="2144530" cy="837962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82450F8A-D658-9FDB-7531-BCD001B299A6}"/>
              </a:ext>
            </a:extLst>
          </p:cNvPr>
          <p:cNvSpPr/>
          <p:nvPr/>
        </p:nvSpPr>
        <p:spPr>
          <a:xfrm>
            <a:off x="7483204" y="5312444"/>
            <a:ext cx="2541886" cy="288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&amp; SAVE MODEL</a:t>
            </a:r>
            <a:endParaRPr lang="en-MY" sz="16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7316FE7-4B6A-51D9-845B-5E9B0697049A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>
            <a:off x="8750113" y="4841626"/>
            <a:ext cx="4034" cy="4708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3DC5C35-9205-120B-F8B2-E5B5DF7F3564}"/>
              </a:ext>
            </a:extLst>
          </p:cNvPr>
          <p:cNvCxnSpPr>
            <a:cxnSpLocks/>
            <a:stCxn id="3" idx="0"/>
            <a:endCxn id="15" idx="2"/>
          </p:cNvCxnSpPr>
          <p:nvPr/>
        </p:nvCxnSpPr>
        <p:spPr>
          <a:xfrm flipH="1" flipV="1">
            <a:off x="3747501" y="2880197"/>
            <a:ext cx="1" cy="58526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FB6E3BF-51CF-78EE-4FA8-C9102DF918B9}"/>
              </a:ext>
            </a:extLst>
          </p:cNvPr>
          <p:cNvSpPr/>
          <p:nvPr/>
        </p:nvSpPr>
        <p:spPr>
          <a:xfrm>
            <a:off x="32941" y="100051"/>
            <a:ext cx="2647950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2A37EF-F5AC-7249-4426-A2982CEBE2CF}"/>
              </a:ext>
            </a:extLst>
          </p:cNvPr>
          <p:cNvSpPr/>
          <p:nvPr/>
        </p:nvSpPr>
        <p:spPr>
          <a:xfrm>
            <a:off x="7219950" y="1616505"/>
            <a:ext cx="3076575" cy="4602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E69D06-D05B-E33C-20DE-DEE14E7B6417}"/>
              </a:ext>
            </a:extLst>
          </p:cNvPr>
          <p:cNvCxnSpPr>
            <a:cxnSpLocks/>
            <a:stCxn id="113" idx="2"/>
            <a:endCxn id="17" idx="0"/>
          </p:cNvCxnSpPr>
          <p:nvPr/>
        </p:nvCxnSpPr>
        <p:spPr>
          <a:xfrm>
            <a:off x="9546629" y="3096226"/>
            <a:ext cx="0" cy="1919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AA6DD49-C5F6-6CF0-EE74-8AE9853DAD96}"/>
              </a:ext>
            </a:extLst>
          </p:cNvPr>
          <p:cNvSpPr/>
          <p:nvPr/>
        </p:nvSpPr>
        <p:spPr>
          <a:xfrm>
            <a:off x="9086429" y="3288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AF898B-511A-8BE3-2405-5D4DB8B711CD}"/>
              </a:ext>
            </a:extLst>
          </p:cNvPr>
          <p:cNvCxnSpPr>
            <a:cxnSpLocks/>
            <a:endCxn id="78" idx="3"/>
          </p:cNvCxnSpPr>
          <p:nvPr/>
        </p:nvCxnSpPr>
        <p:spPr>
          <a:xfrm flipH="1">
            <a:off x="10025090" y="5447436"/>
            <a:ext cx="1626201" cy="90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AE22A58-A49F-1575-0792-64B0D9D0AB38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10296525" y="1846623"/>
            <a:ext cx="134156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E09BE44E-278F-D525-1A62-7D7F305002BB}"/>
              </a:ext>
            </a:extLst>
          </p:cNvPr>
          <p:cNvSpPr/>
          <p:nvPr/>
        </p:nvSpPr>
        <p:spPr>
          <a:xfrm>
            <a:off x="4563687" y="1767340"/>
            <a:ext cx="159049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RETRIVE </a:t>
            </a:r>
          </a:p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[new_equipment.pkl]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73EAE23-6086-36ED-261E-56A686A69272}"/>
              </a:ext>
            </a:extLst>
          </p:cNvPr>
          <p:cNvCxnSpPr>
            <a:cxnSpLocks/>
          </p:cNvCxnSpPr>
          <p:nvPr/>
        </p:nvCxnSpPr>
        <p:spPr>
          <a:xfrm>
            <a:off x="11629621" y="1846623"/>
            <a:ext cx="21670" cy="3600813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54D4ED0E-F043-6FB3-A181-423D5E2CB353}"/>
              </a:ext>
            </a:extLst>
          </p:cNvPr>
          <p:cNvSpPr/>
          <p:nvPr/>
        </p:nvSpPr>
        <p:spPr>
          <a:xfrm>
            <a:off x="8927206" y="1003952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B9C4718B-EAAE-1FF5-27BE-67E6A56FDCC6}"/>
              </a:ext>
            </a:extLst>
          </p:cNvPr>
          <p:cNvSpPr/>
          <p:nvPr/>
        </p:nvSpPr>
        <p:spPr>
          <a:xfrm>
            <a:off x="5930200" y="4408771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1B49EEA1-3DC4-FAA7-D7AD-A27D3A2B7FF8}"/>
              </a:ext>
            </a:extLst>
          </p:cNvPr>
          <p:cNvSpPr/>
          <p:nvPr/>
        </p:nvSpPr>
        <p:spPr>
          <a:xfrm>
            <a:off x="2064214" y="2930263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8BA7A56C-0C0C-6716-598D-309AEA4E6F81}"/>
              </a:ext>
            </a:extLst>
          </p:cNvPr>
          <p:cNvCxnSpPr>
            <a:cxnSpLocks/>
          </p:cNvCxnSpPr>
          <p:nvPr/>
        </p:nvCxnSpPr>
        <p:spPr>
          <a:xfrm flipH="1">
            <a:off x="10309727" y="1844183"/>
            <a:ext cx="1341564" cy="1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6B7DD5E5-DE9D-CEE8-4DB7-9518D1987AC7}"/>
              </a:ext>
            </a:extLst>
          </p:cNvPr>
          <p:cNvCxnSpPr>
            <a:cxnSpLocks/>
          </p:cNvCxnSpPr>
          <p:nvPr/>
        </p:nvCxnSpPr>
        <p:spPr>
          <a:xfrm>
            <a:off x="8804949" y="858058"/>
            <a:ext cx="12617" cy="758447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0D4CC24-FC09-A829-CBC8-1E9A9F8CE5B8}"/>
              </a:ext>
            </a:extLst>
          </p:cNvPr>
          <p:cNvSpPr txBox="1"/>
          <p:nvPr/>
        </p:nvSpPr>
        <p:spPr>
          <a:xfrm>
            <a:off x="146431" y="5138704"/>
            <a:ext cx="571057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Process flow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(1) Input - Model – Result Output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(2) Input - Model - Output (UNKNOWN) - Assign by user – New Equipment Data  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- Model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(3) New Equipment Data - Model - Update &amp; Save Model</a:t>
            </a:r>
            <a:endParaRPr lang="en-M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93FB64-D419-E58A-F044-A9F734C4F122}"/>
              </a:ext>
            </a:extLst>
          </p:cNvPr>
          <p:cNvSpPr/>
          <p:nvPr/>
        </p:nvSpPr>
        <p:spPr>
          <a:xfrm>
            <a:off x="7578550" y="2315001"/>
            <a:ext cx="1247056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SGD Classifier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F24791-8CA7-8C60-E9D6-9C21FA1313FF}"/>
              </a:ext>
            </a:extLst>
          </p:cNvPr>
          <p:cNvSpPr/>
          <p:nvPr/>
        </p:nvSpPr>
        <p:spPr>
          <a:xfrm>
            <a:off x="7744932" y="2858630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Data type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3895EBC-EE4A-1C83-51C4-A2C198BC6973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8202078" y="2582978"/>
            <a:ext cx="3054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375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2F157-8D29-E788-074F-76AA928DF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ACD256-33A7-D0D5-C7EF-8E8F35880E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137" y="761580"/>
            <a:ext cx="9215725" cy="31636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5FF316-854E-20A1-7324-B95140572A91}"/>
              </a:ext>
            </a:extLst>
          </p:cNvPr>
          <p:cNvSpPr txBox="1"/>
          <p:nvPr/>
        </p:nvSpPr>
        <p:spPr>
          <a:xfrm>
            <a:off x="2816352" y="4498848"/>
            <a:ext cx="68870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 Project A1825 -  LIPICO : CR___SPD refer to Control Valve/VSD.</a:t>
            </a:r>
          </a:p>
          <a:p>
            <a:endParaRPr lang="en-US" dirty="0"/>
          </a:p>
          <a:p>
            <a:r>
              <a:rPr lang="en-US" dirty="0"/>
              <a:t>But for CR refer to agitator.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Hence the model unable to captured what is the right device type for this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58307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13133</TotalTime>
  <Words>243</Words>
  <Application>Microsoft Office PowerPoint</Application>
  <PresentationFormat>Widescreen</PresentationFormat>
  <Paragraphs>59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Tw Cen MT</vt:lpstr>
      <vt:lpstr>Droplet</vt:lpstr>
      <vt:lpstr>Update Xenxible Project Device Identifier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Siti Syaziyah Binti Samiri</dc:creator>
  <cp:lastModifiedBy>Siti Syaziyah Binti Samiri</cp:lastModifiedBy>
  <cp:revision>64</cp:revision>
  <dcterms:created xsi:type="dcterms:W3CDTF">2025-11-18T06:28:25Z</dcterms:created>
  <dcterms:modified xsi:type="dcterms:W3CDTF">2026-05-20T06:14:40Z</dcterms:modified>
</cp:coreProperties>
</file>