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7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5" r:id="rId13"/>
    <p:sldId id="416" r:id="rId14"/>
    <p:sldId id="411" r:id="rId15"/>
    <p:sldId id="418" r:id="rId16"/>
    <p:sldId id="412" r:id="rId17"/>
    <p:sldId id="413" r:id="rId18"/>
    <p:sldId id="408" r:id="rId19"/>
    <p:sldId id="406" r:id="rId20"/>
    <p:sldId id="407" r:id="rId21"/>
    <p:sldId id="417" r:id="rId22"/>
    <p:sldId id="397" r:id="rId23"/>
    <p:sldId id="404" r:id="rId24"/>
    <p:sldId id="400" r:id="rId25"/>
    <p:sldId id="392" r:id="rId26"/>
    <p:sldId id="393" r:id="rId27"/>
    <p:sldId id="391" r:id="rId28"/>
    <p:sldId id="389" r:id="rId29"/>
    <p:sldId id="390" r:id="rId30"/>
    <p:sldId id="399" r:id="rId31"/>
    <p:sldId id="382" r:id="rId32"/>
    <p:sldId id="375" r:id="rId33"/>
    <p:sldId id="380" r:id="rId34"/>
    <p:sldId id="381" r:id="rId35"/>
    <p:sldId id="386" r:id="rId36"/>
    <p:sldId id="383" r:id="rId37"/>
    <p:sldId id="384" r:id="rId38"/>
    <p:sldId id="376" r:id="rId39"/>
    <p:sldId id="347" r:id="rId40"/>
    <p:sldId id="378" r:id="rId41"/>
    <p:sldId id="362" r:id="rId42"/>
    <p:sldId id="363" r:id="rId43"/>
    <p:sldId id="387" r:id="rId44"/>
    <p:sldId id="366" r:id="rId45"/>
    <p:sldId id="385" r:id="rId46"/>
    <p:sldId id="373" r:id="rId47"/>
    <p:sldId id="374" r:id="rId48"/>
    <p:sldId id="369" r:id="rId49"/>
    <p:sldId id="370" r:id="rId50"/>
    <p:sldId id="372" r:id="rId51"/>
    <p:sldId id="367" r:id="rId52"/>
    <p:sldId id="352" r:id="rId53"/>
    <p:sldId id="388" r:id="rId54"/>
    <p:sldId id="351" r:id="rId55"/>
    <p:sldId id="377" r:id="rId56"/>
    <p:sldId id="371" r:id="rId57"/>
    <p:sldId id="356" r:id="rId58"/>
    <p:sldId id="355" r:id="rId59"/>
    <p:sldId id="346" r:id="rId60"/>
    <p:sldId id="349" r:id="rId61"/>
    <p:sldId id="350" r:id="rId62"/>
    <p:sldId id="353" r:id="rId63"/>
    <p:sldId id="354" r:id="rId64"/>
    <p:sldId id="357" r:id="rId65"/>
    <p:sldId id="358" r:id="rId66"/>
    <p:sldId id="360" r:id="rId67"/>
    <p:sldId id="361" r:id="rId68"/>
    <p:sldId id="365" r:id="rId69"/>
    <p:sldId id="379" r:id="rId70"/>
    <p:sldId id="325" r:id="rId71"/>
    <p:sldId id="292" r:id="rId72"/>
    <p:sldId id="328" r:id="rId73"/>
    <p:sldId id="329" r:id="rId74"/>
    <p:sldId id="330" r:id="rId75"/>
    <p:sldId id="331" r:id="rId76"/>
    <p:sldId id="332" r:id="rId77"/>
    <p:sldId id="334" r:id="rId78"/>
    <p:sldId id="335" r:id="rId79"/>
    <p:sldId id="336" r:id="rId80"/>
    <p:sldId id="323" r:id="rId81"/>
    <p:sldId id="333" r:id="rId82"/>
    <p:sldId id="327" r:id="rId83"/>
    <p:sldId id="337" r:id="rId84"/>
    <p:sldId id="338" r:id="rId85"/>
    <p:sldId id="345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10/9/2026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../../Prediction_service/DeviceClusterServiceApp/bin/Debug/net10.0-windows/win-x64/DeviceClusterServiceApp.exe" TargetMode="External"/><Relationship Id="rId2" Type="http://schemas.openxmlformats.org/officeDocument/2006/relationships/hyperlink" Target="../../Prediction_service/DeviceClusterServiceApp/run-service-app.cm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3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736482"/>
              </p:ext>
            </p:extLst>
          </p:nvPr>
        </p:nvGraphicFramePr>
        <p:xfrm>
          <a:off x="253122" y="1105797"/>
          <a:ext cx="11398884" cy="5014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28/08/26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 flowchart.md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8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E3F0BD-C1A5-47FF-D239-F18BB0C5C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6BF3E9-51AC-8DEB-2D9A-4B99F3CC022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01/09/26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3C4FE1-EEBB-6A51-2ADC-60EE6DAE4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4998548"/>
              </p:ext>
            </p:extLst>
          </p:nvPr>
        </p:nvGraphicFramePr>
        <p:xfrm>
          <a:off x="271050" y="908493"/>
          <a:ext cx="11669936" cy="59486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0275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96639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7381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319452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01/09/26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2000" dirty="0"/>
                        <a:t>Run thru the PC server port 8000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CMD files 1 click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dirty="0">
                          <a:hlinkClick r:id="rId2" action="ppaction://hlinkfile"/>
                        </a:rPr>
                        <a:t>"C:\Users\sitisyaziyah\source\repos\DeviceCluster\Prediction_service\DeviceClusterServiceApp\</a:t>
                      </a:r>
                      <a:r>
                        <a:rPr lang="en-US" sz="1600" b="1" dirty="0">
                          <a:highlight>
                            <a:srgbClr val="000080"/>
                          </a:highlight>
                          <a:hlinkClick r:id="rId2" action="ppaction://hlinkfile"/>
                        </a:rPr>
                        <a:t>run-service-app.cmd</a:t>
                      </a:r>
                      <a:r>
                        <a:rPr lang="en-US" sz="1600" dirty="0"/>
                        <a:t>“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exe files : </a:t>
                      </a:r>
                    </a:p>
                    <a:p>
                      <a:r>
                        <a:rPr lang="en-MY" sz="1600" dirty="0">
                          <a:solidFill>
                            <a:srgbClr val="ED87A6"/>
                          </a:solidFill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"C:\Users\sitisyaziyah\source\repos\DeviceCluster\Prediction_service\DeviceClusterServiceApp\bin\Debug\net10.0-windows\win-x64\</a:t>
                      </a:r>
                      <a:r>
                        <a:rPr lang="en-MY" sz="1600" b="1" dirty="0">
                          <a:solidFill>
                            <a:schemeClr val="tx2"/>
                          </a:solidFill>
                          <a:highlight>
                            <a:srgbClr val="FF00FF"/>
                          </a:highlight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DeviceClusterServiceApp.exe</a:t>
                      </a:r>
                      <a:r>
                        <a:rPr lang="en-MY" sz="1600" dirty="0">
                          <a:highlight>
                            <a:srgbClr val="FF00FF"/>
                          </a:highlight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Server </a:t>
                      </a:r>
                      <a:r>
                        <a:rPr lang="en-MY" sz="2000" dirty="0"/>
                        <a:t>: </a:t>
                      </a:r>
                      <a:r>
                        <a:rPr lang="en-MY" sz="2000" b="1" dirty="0"/>
                        <a:t>128.100.8.213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/>
                        <a:t>Port : 80 </a:t>
                      </a:r>
                      <a:r>
                        <a:rPr lang="en-MY" sz="2000" dirty="0"/>
                        <a:t>[Azure </a:t>
                      </a:r>
                      <a:r>
                        <a:rPr lang="en-MY" sz="2000" dirty="0" err="1"/>
                        <a:t>Devops</a:t>
                      </a:r>
                      <a:r>
                        <a:rPr lang="en-MY" sz="2000" dirty="0"/>
                        <a:t>] </a:t>
                      </a:r>
                      <a:endParaRPr lang="en-MY" sz="2000" b="1" dirty="0"/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MY" sz="2000" b="1" dirty="0"/>
                        <a:t>Port : 8000 </a:t>
                      </a:r>
                      <a:r>
                        <a:rPr lang="en-MY" sz="2000" dirty="0"/>
                        <a:t>[ML_SERVICE_URL] </a:t>
                      </a:r>
                      <a:r>
                        <a:rPr lang="en-MY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 : http://</a:t>
                      </a:r>
                      <a:r>
                        <a:rPr lang="en-MY" sz="2000" b="1" kern="12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128.100.8.213:8000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Python 3.13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ML package -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scikit-learn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pandas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numpy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joblib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fastapi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endParaRPr lang="en-MY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Finalize DeviceIdentiferProgress.pptx</a:t>
                      </a:r>
                    </a:p>
                    <a:p>
                      <a:r>
                        <a:rPr lang="en-MY" sz="2000" dirty="0" err="1"/>
                        <a:t>Filepath</a:t>
                      </a:r>
                      <a:r>
                        <a:rPr lang="en-MY" sz="2000" dirty="0"/>
                        <a:t> : </a:t>
                      </a:r>
                      <a:r>
                        <a:rPr lang="en-MY" sz="1400" dirty="0"/>
                        <a:t>"C:\Users\sitisyaziyah\source\repos\DeviceCluster\handoff\</a:t>
                      </a:r>
                      <a:r>
                        <a:rPr lang="en-MY" sz="1400" b="1" dirty="0">
                          <a:highlight>
                            <a:srgbClr val="FFFF00"/>
                          </a:highlight>
                        </a:rPr>
                        <a:t>DeviceIdentifierProgress.pptx</a:t>
                      </a:r>
                      <a:r>
                        <a:rPr lang="en-MY" sz="1400" dirty="0"/>
                        <a:t>"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Register the ML service as a Windows service (via NSSM)</a:t>
                      </a:r>
                    </a:p>
                    <a:p>
                      <a:pPr lvl="0" rtl="0"/>
                      <a:r>
                        <a:rPr lang="en-MY" sz="1100" dirty="0"/>
                        <a:t>Register the ML service as a Windows service using NSSMCurrently started by hand in a PowerShell window on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SSSBPD01</a:t>
                      </a:r>
                      <a:r>
                        <a:rPr lang="en-MY" sz="1100" dirty="0"/>
                        <a:t> — it stops when that window closes, when the user logs off, or when the server reboots</a:t>
                      </a:r>
                    </a:p>
                    <a:p>
                      <a:pPr lvl="0" rtl="0"/>
                      <a:r>
                        <a:rPr lang="en-MY" sz="1100" dirty="0"/>
                        <a:t>NSSM wraps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python -m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service:app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--host 0.0.0.0 --port 8000</a:t>
                      </a:r>
                      <a:r>
                        <a:rPr lang="en-MY" sz="1100" dirty="0"/>
                        <a:t> so Windows starts it automatically at boot and restarts it if it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12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D5CE-63BD-6CB1-BA52-041D6DFC5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47267A-4613-BF9E-FD68-45BD9045190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02/09/26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F4027A-1CAF-05DC-1805-77218F127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671927"/>
              </p:ext>
            </p:extLst>
          </p:nvPr>
        </p:nvGraphicFramePr>
        <p:xfrm>
          <a:off x="253122" y="1105797"/>
          <a:ext cx="11398884" cy="48818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5931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57834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02/09/26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Revise documentation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2000" dirty="0"/>
                        <a:t>handoff\DeviceIdentifier-API-FullReference.docx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2000" dirty="0"/>
                        <a:t>handoff\DeviceIdentifier-API-QuickReference.docx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02/09/26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Revise </a:t>
                      </a:r>
                      <a:r>
                        <a:rPr lang="en-US" sz="2000" b="1" dirty="0"/>
                        <a:t>slide presentation </a:t>
                      </a:r>
                      <a:r>
                        <a:rPr lang="en-US" sz="2000" dirty="0"/>
                        <a:t>PPTX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dirty="0"/>
                        <a:t>handoff\DeviceCluster-Briefing.pptx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dirty="0"/>
                        <a:t>handoff\DeviceIdentifierProgress.pptx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02/09/26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Entry point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DevicePipeline.RunAsync</a:t>
                      </a:r>
                      <a:r>
                        <a:rPr lang="en-MY" sz="2000" b="1" dirty="0"/>
                        <a:t> </a:t>
                      </a:r>
                      <a:r>
                        <a:rPr lang="en-MY" sz="2000" dirty="0"/>
                        <a:t>in 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Logic.dll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02/09/26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End point 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DevicePipelineResult</a:t>
                      </a:r>
                      <a:r>
                        <a:rPr lang="en-MY" sz="2000" dirty="0"/>
                        <a:t> with the assigned, unknown and unallocated devices, and writes the same results to </a:t>
                      </a: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dbo.OutputDeviceAssignment</a:t>
                      </a:r>
                      <a:r>
                        <a:rPr lang="en-MY" sz="2000" b="1" dirty="0"/>
                        <a:t> </a:t>
                      </a:r>
                      <a:r>
                        <a:rPr lang="en-MY" sz="2000" dirty="0"/>
                        <a:t>and </a:t>
                      </a: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dbo.DeviceReviewQueue</a:t>
                      </a:r>
                      <a:r>
                        <a:rPr lang="en-MY" sz="2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10/09/26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2000" dirty="0"/>
                        <a:t>Change the update in Excel. Continue updating info inside excel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76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559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58459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EB389-9CEC-34F1-DD03-ACDB85195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AF8E737-0264-407F-B960-B302C0A70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33" y="651660"/>
            <a:ext cx="9635334" cy="539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97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2904566" y="262161"/>
            <a:ext cx="5777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JSON file</a:t>
            </a:r>
          </a:p>
          <a:p>
            <a:pPr algn="ctr"/>
            <a:r>
              <a:rPr lang="en-US" sz="1200" dirty="0"/>
              <a:t>** has been removed from the script since and change into SQL </a:t>
            </a:r>
            <a:r>
              <a:rPr lang="en-US" sz="1200" dirty="0" err="1"/>
              <a:t>dbo</a:t>
            </a:r>
            <a:r>
              <a:rPr lang="en-US" sz="1200" dirty="0"/>
              <a:t> table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BED81-3BA1-6AC0-D05F-C5511428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7F8C1C-FC5F-8D80-B447-93B33A66F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06" y="363071"/>
            <a:ext cx="4222376" cy="633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04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26813</TotalTime>
  <Words>4105</Words>
  <Application>Microsoft Office PowerPoint</Application>
  <PresentationFormat>Widescreen</PresentationFormat>
  <Paragraphs>1011</Paragraphs>
  <Slides>85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3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131</cp:revision>
  <dcterms:created xsi:type="dcterms:W3CDTF">2025-11-18T06:28:25Z</dcterms:created>
  <dcterms:modified xsi:type="dcterms:W3CDTF">2026-09-10T03:11:11Z</dcterms:modified>
</cp:coreProperties>
</file>